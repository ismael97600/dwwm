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4898B-681E-4BE1-8D60-D4723603384C}" v="61" dt="2026-04-28T05:26:18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A4DE82-136C-4E32-8ACF-9C3497AD825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DFFBBD-5B54-4B57-8E21-CBCC76F46F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JavaScript est principalement interprété.</a:t>
          </a:r>
        </a:p>
      </dgm:t>
    </dgm:pt>
    <dgm:pt modelId="{E7B1801B-D14C-4272-AD61-5EB2757D6673}" type="parTrans" cxnId="{BF194A52-7BA5-4148-9094-A7EA2C2E06DC}">
      <dgm:prSet/>
      <dgm:spPr/>
      <dgm:t>
        <a:bodyPr/>
        <a:lstStyle/>
        <a:p>
          <a:endParaRPr lang="en-US"/>
        </a:p>
      </dgm:t>
    </dgm:pt>
    <dgm:pt modelId="{1F0A407F-98AE-4CDE-A50B-AB3F131437C4}" type="sibTrans" cxnId="{BF194A52-7BA5-4148-9094-A7EA2C2E06DC}">
      <dgm:prSet/>
      <dgm:spPr/>
      <dgm:t>
        <a:bodyPr/>
        <a:lstStyle/>
        <a:p>
          <a:endParaRPr lang="en-US"/>
        </a:p>
      </dgm:t>
    </dgm:pt>
    <dgm:pt modelId="{3730256E-66D6-419B-ADE9-478FA4E979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Aujourd’hui, il utilise aussi la compilation JIT pour améliorer les performances.</a:t>
          </a:r>
        </a:p>
      </dgm:t>
    </dgm:pt>
    <dgm:pt modelId="{447BBDCC-7124-4712-9606-0F0658B2F3BF}" type="parTrans" cxnId="{145E57BF-F379-49EC-BC01-B5227877DC57}">
      <dgm:prSet/>
      <dgm:spPr/>
      <dgm:t>
        <a:bodyPr/>
        <a:lstStyle/>
        <a:p>
          <a:endParaRPr lang="en-US"/>
        </a:p>
      </dgm:t>
    </dgm:pt>
    <dgm:pt modelId="{604CD3A4-5D5B-4BD1-B24B-B36797B6F7A1}" type="sibTrans" cxnId="{145E57BF-F379-49EC-BC01-B5227877DC57}">
      <dgm:prSet/>
      <dgm:spPr/>
      <dgm:t>
        <a:bodyPr/>
        <a:lstStyle/>
        <a:p>
          <a:endParaRPr lang="en-US"/>
        </a:p>
      </dgm:t>
    </dgm:pt>
    <dgm:pt modelId="{7A575E5E-160A-4EFF-8223-D45ACA1CFABE}" type="pres">
      <dgm:prSet presAssocID="{77A4DE82-136C-4E32-8ACF-9C3497AD825E}" presName="root" presStyleCnt="0">
        <dgm:presLayoutVars>
          <dgm:dir/>
          <dgm:resizeHandles val="exact"/>
        </dgm:presLayoutVars>
      </dgm:prSet>
      <dgm:spPr/>
    </dgm:pt>
    <dgm:pt modelId="{B9CD8041-AF34-481B-BD50-F8DC8A6F635E}" type="pres">
      <dgm:prSet presAssocID="{9CDFFBBD-5B54-4B57-8E21-CBCC76F46FAC}" presName="compNode" presStyleCnt="0"/>
      <dgm:spPr/>
    </dgm:pt>
    <dgm:pt modelId="{8CA3A6F6-B233-4EBE-A3EA-E2EFE207CFC2}" type="pres">
      <dgm:prSet presAssocID="{9CDFFBBD-5B54-4B57-8E21-CBCC76F46FA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ère"/>
        </a:ext>
      </dgm:extLst>
    </dgm:pt>
    <dgm:pt modelId="{459EF2DE-2913-424A-9D9B-8FA4E66BEB4F}" type="pres">
      <dgm:prSet presAssocID="{9CDFFBBD-5B54-4B57-8E21-CBCC76F46FAC}" presName="spaceRect" presStyleCnt="0"/>
      <dgm:spPr/>
    </dgm:pt>
    <dgm:pt modelId="{FB14338F-042C-4C72-B47B-526B48558A78}" type="pres">
      <dgm:prSet presAssocID="{9CDFFBBD-5B54-4B57-8E21-CBCC76F46FAC}" presName="textRect" presStyleLbl="revTx" presStyleIdx="0" presStyleCnt="2">
        <dgm:presLayoutVars>
          <dgm:chMax val="1"/>
          <dgm:chPref val="1"/>
        </dgm:presLayoutVars>
      </dgm:prSet>
      <dgm:spPr/>
    </dgm:pt>
    <dgm:pt modelId="{DC0AC5CA-3E97-45C8-8BFB-C0D43F0459BC}" type="pres">
      <dgm:prSet presAssocID="{1F0A407F-98AE-4CDE-A50B-AB3F131437C4}" presName="sibTrans" presStyleCnt="0"/>
      <dgm:spPr/>
    </dgm:pt>
    <dgm:pt modelId="{C8F9D683-A19E-4610-873B-054425CFBA72}" type="pres">
      <dgm:prSet presAssocID="{3730256E-66D6-419B-ADE9-478FA4E97945}" presName="compNode" presStyleCnt="0"/>
      <dgm:spPr/>
    </dgm:pt>
    <dgm:pt modelId="{933B950B-C5FA-4401-BF7A-BF8FAB20C01F}" type="pres">
      <dgm:prSet presAssocID="{3730256E-66D6-419B-ADE9-478FA4E9794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12C210FE-68E2-4623-9B79-822F8569A177}" type="pres">
      <dgm:prSet presAssocID="{3730256E-66D6-419B-ADE9-478FA4E97945}" presName="spaceRect" presStyleCnt="0"/>
      <dgm:spPr/>
    </dgm:pt>
    <dgm:pt modelId="{1155068E-5C44-45BD-BFAB-D355128BF3C6}" type="pres">
      <dgm:prSet presAssocID="{3730256E-66D6-419B-ADE9-478FA4E9794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F194A52-7BA5-4148-9094-A7EA2C2E06DC}" srcId="{77A4DE82-136C-4E32-8ACF-9C3497AD825E}" destId="{9CDFFBBD-5B54-4B57-8E21-CBCC76F46FAC}" srcOrd="0" destOrd="0" parTransId="{E7B1801B-D14C-4272-AD61-5EB2757D6673}" sibTransId="{1F0A407F-98AE-4CDE-A50B-AB3F131437C4}"/>
    <dgm:cxn modelId="{A0B0BF9F-BF76-4F8F-AF76-506285EFB0EC}" type="presOf" srcId="{9CDFFBBD-5B54-4B57-8E21-CBCC76F46FAC}" destId="{FB14338F-042C-4C72-B47B-526B48558A78}" srcOrd="0" destOrd="0" presId="urn:microsoft.com/office/officeart/2018/2/layout/IconLabelList"/>
    <dgm:cxn modelId="{E74D86AE-C38A-4858-AB7A-6A46959B1BD6}" type="presOf" srcId="{77A4DE82-136C-4E32-8ACF-9C3497AD825E}" destId="{7A575E5E-160A-4EFF-8223-D45ACA1CFABE}" srcOrd="0" destOrd="0" presId="urn:microsoft.com/office/officeart/2018/2/layout/IconLabelList"/>
    <dgm:cxn modelId="{145E57BF-F379-49EC-BC01-B5227877DC57}" srcId="{77A4DE82-136C-4E32-8ACF-9C3497AD825E}" destId="{3730256E-66D6-419B-ADE9-478FA4E97945}" srcOrd="1" destOrd="0" parTransId="{447BBDCC-7124-4712-9606-0F0658B2F3BF}" sibTransId="{604CD3A4-5D5B-4BD1-B24B-B36797B6F7A1}"/>
    <dgm:cxn modelId="{78A870C6-F439-491E-8BE3-FF1CBA967A22}" type="presOf" srcId="{3730256E-66D6-419B-ADE9-478FA4E97945}" destId="{1155068E-5C44-45BD-BFAB-D355128BF3C6}" srcOrd="0" destOrd="0" presId="urn:microsoft.com/office/officeart/2018/2/layout/IconLabelList"/>
    <dgm:cxn modelId="{D2200E95-E326-4377-8E83-AAA6D239E4E9}" type="presParOf" srcId="{7A575E5E-160A-4EFF-8223-D45ACA1CFABE}" destId="{B9CD8041-AF34-481B-BD50-F8DC8A6F635E}" srcOrd="0" destOrd="0" presId="urn:microsoft.com/office/officeart/2018/2/layout/IconLabelList"/>
    <dgm:cxn modelId="{25E0FBD4-5BB3-4C40-9D7F-6E1869AA0E5B}" type="presParOf" srcId="{B9CD8041-AF34-481B-BD50-F8DC8A6F635E}" destId="{8CA3A6F6-B233-4EBE-A3EA-E2EFE207CFC2}" srcOrd="0" destOrd="0" presId="urn:microsoft.com/office/officeart/2018/2/layout/IconLabelList"/>
    <dgm:cxn modelId="{166022D3-9967-4B6D-B519-A642251FDF90}" type="presParOf" srcId="{B9CD8041-AF34-481B-BD50-F8DC8A6F635E}" destId="{459EF2DE-2913-424A-9D9B-8FA4E66BEB4F}" srcOrd="1" destOrd="0" presId="urn:microsoft.com/office/officeart/2018/2/layout/IconLabelList"/>
    <dgm:cxn modelId="{BB766900-D16D-4C82-AB6E-6FF6029E4817}" type="presParOf" srcId="{B9CD8041-AF34-481B-BD50-F8DC8A6F635E}" destId="{FB14338F-042C-4C72-B47B-526B48558A78}" srcOrd="2" destOrd="0" presId="urn:microsoft.com/office/officeart/2018/2/layout/IconLabelList"/>
    <dgm:cxn modelId="{76DC1A1A-F9B0-456F-ABC6-5D2E5DAE0C7F}" type="presParOf" srcId="{7A575E5E-160A-4EFF-8223-D45ACA1CFABE}" destId="{DC0AC5CA-3E97-45C8-8BFB-C0D43F0459BC}" srcOrd="1" destOrd="0" presId="urn:microsoft.com/office/officeart/2018/2/layout/IconLabelList"/>
    <dgm:cxn modelId="{2EB4BCB1-6F59-4A41-90D3-2B356AA4E7B1}" type="presParOf" srcId="{7A575E5E-160A-4EFF-8223-D45ACA1CFABE}" destId="{C8F9D683-A19E-4610-873B-054425CFBA72}" srcOrd="2" destOrd="0" presId="urn:microsoft.com/office/officeart/2018/2/layout/IconLabelList"/>
    <dgm:cxn modelId="{852497C3-4793-445D-9F23-E7A185FE233B}" type="presParOf" srcId="{C8F9D683-A19E-4610-873B-054425CFBA72}" destId="{933B950B-C5FA-4401-BF7A-BF8FAB20C01F}" srcOrd="0" destOrd="0" presId="urn:microsoft.com/office/officeart/2018/2/layout/IconLabelList"/>
    <dgm:cxn modelId="{4A836978-4593-44C3-A5EB-FEEEC181320C}" type="presParOf" srcId="{C8F9D683-A19E-4610-873B-054425CFBA72}" destId="{12C210FE-68E2-4623-9B79-822F8569A177}" srcOrd="1" destOrd="0" presId="urn:microsoft.com/office/officeart/2018/2/layout/IconLabelList"/>
    <dgm:cxn modelId="{FEBBDF5E-FC8D-4368-8691-02DBE942630B}" type="presParOf" srcId="{C8F9D683-A19E-4610-873B-054425CFBA72}" destId="{1155068E-5C44-45BD-BFAB-D355128BF3C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81C6BA-C95A-4C56-8760-59E8555B63A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7FCA5F-3C32-4536-9AB7-71330E4CE7D1}">
      <dgm:prSet/>
      <dgm:spPr/>
      <dgm:t>
        <a:bodyPr/>
        <a:lstStyle/>
        <a:p>
          <a:r>
            <a:rPr lang="fr-FR"/>
            <a:t>Avantages :</a:t>
          </a:r>
          <a:endParaRPr lang="en-US"/>
        </a:p>
      </dgm:t>
    </dgm:pt>
    <dgm:pt modelId="{B3A52783-DDC0-43D4-9E21-39D275B794B9}" type="parTrans" cxnId="{DA4DCA06-0229-41CB-88FE-E1BBCF96DD4C}">
      <dgm:prSet/>
      <dgm:spPr/>
      <dgm:t>
        <a:bodyPr/>
        <a:lstStyle/>
        <a:p>
          <a:endParaRPr lang="en-US"/>
        </a:p>
      </dgm:t>
    </dgm:pt>
    <dgm:pt modelId="{8C01A893-6B01-4397-864C-4954F4998CB6}" type="sibTrans" cxnId="{DA4DCA06-0229-41CB-88FE-E1BBCF96DD4C}">
      <dgm:prSet/>
      <dgm:spPr/>
      <dgm:t>
        <a:bodyPr/>
        <a:lstStyle/>
        <a:p>
          <a:endParaRPr lang="en-US"/>
        </a:p>
      </dgm:t>
    </dgm:pt>
    <dgm:pt modelId="{87DF1956-0EF6-4CE8-8ABE-DB35C5BA5B80}">
      <dgm:prSet/>
      <dgm:spPr/>
      <dgm:t>
        <a:bodyPr/>
        <a:lstStyle/>
        <a:p>
          <a:r>
            <a:rPr lang="fr-FR"/>
            <a:t>- Rapide</a:t>
          </a:r>
          <a:endParaRPr lang="en-US"/>
        </a:p>
      </dgm:t>
    </dgm:pt>
    <dgm:pt modelId="{5AB0D9F3-871F-4685-8396-30622C696236}" type="parTrans" cxnId="{7CB018FD-D883-4EBF-B5F1-DB46B342AAEF}">
      <dgm:prSet/>
      <dgm:spPr/>
      <dgm:t>
        <a:bodyPr/>
        <a:lstStyle/>
        <a:p>
          <a:endParaRPr lang="en-US"/>
        </a:p>
      </dgm:t>
    </dgm:pt>
    <dgm:pt modelId="{23320766-ED86-4A67-9980-A14BB5A06A24}" type="sibTrans" cxnId="{7CB018FD-D883-4EBF-B5F1-DB46B342AAEF}">
      <dgm:prSet/>
      <dgm:spPr/>
      <dgm:t>
        <a:bodyPr/>
        <a:lstStyle/>
        <a:p>
          <a:endParaRPr lang="en-US"/>
        </a:p>
      </dgm:t>
    </dgm:pt>
    <dgm:pt modelId="{182023B6-49CA-4579-A066-D8D51CD613C8}">
      <dgm:prSet/>
      <dgm:spPr/>
      <dgm:t>
        <a:bodyPr/>
        <a:lstStyle/>
        <a:p>
          <a:r>
            <a:rPr lang="fr-FR"/>
            <a:t>- Détection d’erreurs avant exécution</a:t>
          </a:r>
          <a:endParaRPr lang="en-US"/>
        </a:p>
      </dgm:t>
    </dgm:pt>
    <dgm:pt modelId="{17CB4E7B-2F67-4CF9-9E3E-716B656A92D8}" type="parTrans" cxnId="{8998EC69-B144-488F-9115-3880B5DA829A}">
      <dgm:prSet/>
      <dgm:spPr/>
      <dgm:t>
        <a:bodyPr/>
        <a:lstStyle/>
        <a:p>
          <a:endParaRPr lang="en-US"/>
        </a:p>
      </dgm:t>
    </dgm:pt>
    <dgm:pt modelId="{ABE1A992-9642-4278-B2C5-DD9B10D93FB0}" type="sibTrans" cxnId="{8998EC69-B144-488F-9115-3880B5DA829A}">
      <dgm:prSet/>
      <dgm:spPr/>
      <dgm:t>
        <a:bodyPr/>
        <a:lstStyle/>
        <a:p>
          <a:endParaRPr lang="en-US"/>
        </a:p>
      </dgm:t>
    </dgm:pt>
    <dgm:pt modelId="{34F84F8B-2CA9-4B81-860F-DEAA3CF43727}">
      <dgm:prSet/>
      <dgm:spPr/>
      <dgm:t>
        <a:bodyPr/>
        <a:lstStyle/>
        <a:p>
          <a:r>
            <a:rPr lang="fr-FR"/>
            <a:t>- Optimisé</a:t>
          </a:r>
          <a:endParaRPr lang="en-US"/>
        </a:p>
      </dgm:t>
    </dgm:pt>
    <dgm:pt modelId="{006F6FAB-0A1D-4B50-8D2C-EEA8D53AE6F3}" type="parTrans" cxnId="{37FCC83F-911C-4575-A0BB-352A1CB19588}">
      <dgm:prSet/>
      <dgm:spPr/>
      <dgm:t>
        <a:bodyPr/>
        <a:lstStyle/>
        <a:p>
          <a:endParaRPr lang="en-US"/>
        </a:p>
      </dgm:t>
    </dgm:pt>
    <dgm:pt modelId="{AD9DC985-E86A-48AD-A3B4-BB1CCA6AE9CD}" type="sibTrans" cxnId="{37FCC83F-911C-4575-A0BB-352A1CB19588}">
      <dgm:prSet/>
      <dgm:spPr/>
      <dgm:t>
        <a:bodyPr/>
        <a:lstStyle/>
        <a:p>
          <a:endParaRPr lang="en-US"/>
        </a:p>
      </dgm:t>
    </dgm:pt>
    <dgm:pt modelId="{E19278D3-C08E-4596-96A9-55A8B119383E}">
      <dgm:prSet/>
      <dgm:spPr/>
      <dgm:t>
        <a:bodyPr/>
        <a:lstStyle/>
        <a:p>
          <a:r>
            <a:rPr lang="fr-FR"/>
            <a:t>Inconvénients :</a:t>
          </a:r>
          <a:endParaRPr lang="en-US"/>
        </a:p>
      </dgm:t>
    </dgm:pt>
    <dgm:pt modelId="{D9C428B9-6E6B-4BFD-9FC9-E6DC31F982D2}" type="parTrans" cxnId="{79EE4E06-F6B0-4DDC-A4AE-4B510E170A12}">
      <dgm:prSet/>
      <dgm:spPr/>
      <dgm:t>
        <a:bodyPr/>
        <a:lstStyle/>
        <a:p>
          <a:endParaRPr lang="en-US"/>
        </a:p>
      </dgm:t>
    </dgm:pt>
    <dgm:pt modelId="{EC57AB0B-FCF8-4E40-BAE4-4A76AF4CDBCD}" type="sibTrans" cxnId="{79EE4E06-F6B0-4DDC-A4AE-4B510E170A12}">
      <dgm:prSet/>
      <dgm:spPr/>
      <dgm:t>
        <a:bodyPr/>
        <a:lstStyle/>
        <a:p>
          <a:endParaRPr lang="en-US"/>
        </a:p>
      </dgm:t>
    </dgm:pt>
    <dgm:pt modelId="{FEFAB431-99C4-4373-94EC-FB23338E5560}">
      <dgm:prSet/>
      <dgm:spPr/>
      <dgm:t>
        <a:bodyPr/>
        <a:lstStyle/>
        <a:p>
          <a:r>
            <a:rPr lang="fr-FR"/>
            <a:t>- Temps de compilation</a:t>
          </a:r>
          <a:endParaRPr lang="en-US"/>
        </a:p>
      </dgm:t>
    </dgm:pt>
    <dgm:pt modelId="{085C27E4-FA22-46D1-B546-0E310E2D6222}" type="parTrans" cxnId="{33908EA4-C155-4F30-8FD8-8C3D696DCB31}">
      <dgm:prSet/>
      <dgm:spPr/>
      <dgm:t>
        <a:bodyPr/>
        <a:lstStyle/>
        <a:p>
          <a:endParaRPr lang="en-US"/>
        </a:p>
      </dgm:t>
    </dgm:pt>
    <dgm:pt modelId="{B84FCBF0-0583-4389-AF42-4E215CD1354D}" type="sibTrans" cxnId="{33908EA4-C155-4F30-8FD8-8C3D696DCB31}">
      <dgm:prSet/>
      <dgm:spPr/>
      <dgm:t>
        <a:bodyPr/>
        <a:lstStyle/>
        <a:p>
          <a:endParaRPr lang="en-US"/>
        </a:p>
      </dgm:t>
    </dgm:pt>
    <dgm:pt modelId="{62920D0C-6845-4013-8CC8-F418236A311E}">
      <dgm:prSet/>
      <dgm:spPr/>
      <dgm:t>
        <a:bodyPr/>
        <a:lstStyle/>
        <a:p>
          <a:r>
            <a:rPr lang="fr-FR"/>
            <a:t>- Moins flexible</a:t>
          </a:r>
          <a:endParaRPr lang="en-US"/>
        </a:p>
      </dgm:t>
    </dgm:pt>
    <dgm:pt modelId="{94D890DB-868A-4A8D-99CB-EF0E80D2F2F8}" type="parTrans" cxnId="{7233AE1D-846C-4C7D-B6D1-9CE5E2B022F3}">
      <dgm:prSet/>
      <dgm:spPr/>
      <dgm:t>
        <a:bodyPr/>
        <a:lstStyle/>
        <a:p>
          <a:endParaRPr lang="en-US"/>
        </a:p>
      </dgm:t>
    </dgm:pt>
    <dgm:pt modelId="{2D4C5936-3561-4448-81F5-B9B31F21530A}" type="sibTrans" cxnId="{7233AE1D-846C-4C7D-B6D1-9CE5E2B022F3}">
      <dgm:prSet/>
      <dgm:spPr/>
      <dgm:t>
        <a:bodyPr/>
        <a:lstStyle/>
        <a:p>
          <a:endParaRPr lang="en-US"/>
        </a:p>
      </dgm:t>
    </dgm:pt>
    <dgm:pt modelId="{E71344B5-338A-4DBB-9D6D-E2EAB1F06BF1}">
      <dgm:prSet/>
      <dgm:spPr/>
      <dgm:t>
        <a:bodyPr/>
        <a:lstStyle/>
        <a:p>
          <a:r>
            <a:rPr lang="fr-FR"/>
            <a:t>- Moins portable</a:t>
          </a:r>
          <a:endParaRPr lang="en-US"/>
        </a:p>
      </dgm:t>
    </dgm:pt>
    <dgm:pt modelId="{EF55BE52-C205-42FB-B3DE-A7757DCA21D3}" type="parTrans" cxnId="{3257F29C-1B58-467C-AC7E-C84D8142B4F1}">
      <dgm:prSet/>
      <dgm:spPr/>
      <dgm:t>
        <a:bodyPr/>
        <a:lstStyle/>
        <a:p>
          <a:endParaRPr lang="en-US"/>
        </a:p>
      </dgm:t>
    </dgm:pt>
    <dgm:pt modelId="{3AC75CD0-740F-4CF1-825E-7AD429E35A66}" type="sibTrans" cxnId="{3257F29C-1B58-467C-AC7E-C84D8142B4F1}">
      <dgm:prSet/>
      <dgm:spPr/>
      <dgm:t>
        <a:bodyPr/>
        <a:lstStyle/>
        <a:p>
          <a:endParaRPr lang="en-US"/>
        </a:p>
      </dgm:t>
    </dgm:pt>
    <dgm:pt modelId="{DDE4CAB2-2A29-43CB-9633-62B994975339}" type="pres">
      <dgm:prSet presAssocID="{5181C6BA-C95A-4C56-8760-59E8555B63AB}" presName="Name0" presStyleCnt="0">
        <dgm:presLayoutVars>
          <dgm:dir/>
          <dgm:resizeHandles val="exact"/>
        </dgm:presLayoutVars>
      </dgm:prSet>
      <dgm:spPr/>
    </dgm:pt>
    <dgm:pt modelId="{2C47E804-9000-40B3-AD4D-5FFC84DD4309}" type="pres">
      <dgm:prSet presAssocID="{607FCA5F-3C32-4536-9AB7-71330E4CE7D1}" presName="node" presStyleLbl="node1" presStyleIdx="0" presStyleCnt="8">
        <dgm:presLayoutVars>
          <dgm:bulletEnabled val="1"/>
        </dgm:presLayoutVars>
      </dgm:prSet>
      <dgm:spPr/>
    </dgm:pt>
    <dgm:pt modelId="{73B2488C-1D63-4DC5-83B2-3A5398D8238A}" type="pres">
      <dgm:prSet presAssocID="{8C01A893-6B01-4397-864C-4954F4998CB6}" presName="sibTrans" presStyleLbl="sibTrans1D1" presStyleIdx="0" presStyleCnt="7"/>
      <dgm:spPr/>
    </dgm:pt>
    <dgm:pt modelId="{AC3F12DF-52FE-4E6B-B318-FA71F5601963}" type="pres">
      <dgm:prSet presAssocID="{8C01A893-6B01-4397-864C-4954F4998CB6}" presName="connectorText" presStyleLbl="sibTrans1D1" presStyleIdx="0" presStyleCnt="7"/>
      <dgm:spPr/>
    </dgm:pt>
    <dgm:pt modelId="{83FC23BD-F9AF-412C-8923-0D344FCF13B6}" type="pres">
      <dgm:prSet presAssocID="{87DF1956-0EF6-4CE8-8ABE-DB35C5BA5B80}" presName="node" presStyleLbl="node1" presStyleIdx="1" presStyleCnt="8">
        <dgm:presLayoutVars>
          <dgm:bulletEnabled val="1"/>
        </dgm:presLayoutVars>
      </dgm:prSet>
      <dgm:spPr/>
    </dgm:pt>
    <dgm:pt modelId="{3F0FB54E-E2FD-4200-9CE7-49E0B137B9B3}" type="pres">
      <dgm:prSet presAssocID="{23320766-ED86-4A67-9980-A14BB5A06A24}" presName="sibTrans" presStyleLbl="sibTrans1D1" presStyleIdx="1" presStyleCnt="7"/>
      <dgm:spPr/>
    </dgm:pt>
    <dgm:pt modelId="{A9DFF164-8D8E-49D5-B64E-0E767D191E11}" type="pres">
      <dgm:prSet presAssocID="{23320766-ED86-4A67-9980-A14BB5A06A24}" presName="connectorText" presStyleLbl="sibTrans1D1" presStyleIdx="1" presStyleCnt="7"/>
      <dgm:spPr/>
    </dgm:pt>
    <dgm:pt modelId="{2BBB8CD8-A97A-43DC-A10F-DD0831C0D467}" type="pres">
      <dgm:prSet presAssocID="{182023B6-49CA-4579-A066-D8D51CD613C8}" presName="node" presStyleLbl="node1" presStyleIdx="2" presStyleCnt="8">
        <dgm:presLayoutVars>
          <dgm:bulletEnabled val="1"/>
        </dgm:presLayoutVars>
      </dgm:prSet>
      <dgm:spPr/>
    </dgm:pt>
    <dgm:pt modelId="{117A07B9-C7A7-40A1-8C1F-7EEA6F0D97E4}" type="pres">
      <dgm:prSet presAssocID="{ABE1A992-9642-4278-B2C5-DD9B10D93FB0}" presName="sibTrans" presStyleLbl="sibTrans1D1" presStyleIdx="2" presStyleCnt="7"/>
      <dgm:spPr/>
    </dgm:pt>
    <dgm:pt modelId="{1B9D54BE-C6D2-4A8A-BC4A-EDC28AAC1E9E}" type="pres">
      <dgm:prSet presAssocID="{ABE1A992-9642-4278-B2C5-DD9B10D93FB0}" presName="connectorText" presStyleLbl="sibTrans1D1" presStyleIdx="2" presStyleCnt="7"/>
      <dgm:spPr/>
    </dgm:pt>
    <dgm:pt modelId="{57C3FE46-5609-4D92-ACE2-6E9CB3DB1FF7}" type="pres">
      <dgm:prSet presAssocID="{34F84F8B-2CA9-4B81-860F-DEAA3CF43727}" presName="node" presStyleLbl="node1" presStyleIdx="3" presStyleCnt="8">
        <dgm:presLayoutVars>
          <dgm:bulletEnabled val="1"/>
        </dgm:presLayoutVars>
      </dgm:prSet>
      <dgm:spPr/>
    </dgm:pt>
    <dgm:pt modelId="{EDCBC888-DA22-4572-B768-38941D72B9D1}" type="pres">
      <dgm:prSet presAssocID="{AD9DC985-E86A-48AD-A3B4-BB1CCA6AE9CD}" presName="sibTrans" presStyleLbl="sibTrans1D1" presStyleIdx="3" presStyleCnt="7"/>
      <dgm:spPr/>
    </dgm:pt>
    <dgm:pt modelId="{F5DA7690-BA93-4090-AB1B-E4E40469C760}" type="pres">
      <dgm:prSet presAssocID="{AD9DC985-E86A-48AD-A3B4-BB1CCA6AE9CD}" presName="connectorText" presStyleLbl="sibTrans1D1" presStyleIdx="3" presStyleCnt="7"/>
      <dgm:spPr/>
    </dgm:pt>
    <dgm:pt modelId="{C4C4F0A2-CE4E-48F7-8CA9-EAED34EC4DEA}" type="pres">
      <dgm:prSet presAssocID="{E19278D3-C08E-4596-96A9-55A8B119383E}" presName="node" presStyleLbl="node1" presStyleIdx="4" presStyleCnt="8">
        <dgm:presLayoutVars>
          <dgm:bulletEnabled val="1"/>
        </dgm:presLayoutVars>
      </dgm:prSet>
      <dgm:spPr/>
    </dgm:pt>
    <dgm:pt modelId="{D6AFD3D4-D7F6-479F-84DC-31AF3708E90E}" type="pres">
      <dgm:prSet presAssocID="{EC57AB0B-FCF8-4E40-BAE4-4A76AF4CDBCD}" presName="sibTrans" presStyleLbl="sibTrans1D1" presStyleIdx="4" presStyleCnt="7"/>
      <dgm:spPr/>
    </dgm:pt>
    <dgm:pt modelId="{BDE46D0C-F9F4-4E33-85AA-76FA3542D9BB}" type="pres">
      <dgm:prSet presAssocID="{EC57AB0B-FCF8-4E40-BAE4-4A76AF4CDBCD}" presName="connectorText" presStyleLbl="sibTrans1D1" presStyleIdx="4" presStyleCnt="7"/>
      <dgm:spPr/>
    </dgm:pt>
    <dgm:pt modelId="{4C88F0CB-CED6-4751-8B82-FF4BD210AAEB}" type="pres">
      <dgm:prSet presAssocID="{FEFAB431-99C4-4373-94EC-FB23338E5560}" presName="node" presStyleLbl="node1" presStyleIdx="5" presStyleCnt="8">
        <dgm:presLayoutVars>
          <dgm:bulletEnabled val="1"/>
        </dgm:presLayoutVars>
      </dgm:prSet>
      <dgm:spPr/>
    </dgm:pt>
    <dgm:pt modelId="{04E22DA9-AA71-434A-BA77-1CC5A472FAA2}" type="pres">
      <dgm:prSet presAssocID="{B84FCBF0-0583-4389-AF42-4E215CD1354D}" presName="sibTrans" presStyleLbl="sibTrans1D1" presStyleIdx="5" presStyleCnt="7"/>
      <dgm:spPr/>
    </dgm:pt>
    <dgm:pt modelId="{453348DD-A660-4401-ABA5-1345E1DF6AA4}" type="pres">
      <dgm:prSet presAssocID="{B84FCBF0-0583-4389-AF42-4E215CD1354D}" presName="connectorText" presStyleLbl="sibTrans1D1" presStyleIdx="5" presStyleCnt="7"/>
      <dgm:spPr/>
    </dgm:pt>
    <dgm:pt modelId="{F85325C3-0CB5-4C00-9E2C-4ADB3C1E4527}" type="pres">
      <dgm:prSet presAssocID="{62920D0C-6845-4013-8CC8-F418236A311E}" presName="node" presStyleLbl="node1" presStyleIdx="6" presStyleCnt="8">
        <dgm:presLayoutVars>
          <dgm:bulletEnabled val="1"/>
        </dgm:presLayoutVars>
      </dgm:prSet>
      <dgm:spPr/>
    </dgm:pt>
    <dgm:pt modelId="{1CFC205F-5E02-44FA-8743-CA7C5E1F69DD}" type="pres">
      <dgm:prSet presAssocID="{2D4C5936-3561-4448-81F5-B9B31F21530A}" presName="sibTrans" presStyleLbl="sibTrans1D1" presStyleIdx="6" presStyleCnt="7"/>
      <dgm:spPr/>
    </dgm:pt>
    <dgm:pt modelId="{D32D8352-7FBF-4DFC-B426-B6A11CFB33EC}" type="pres">
      <dgm:prSet presAssocID="{2D4C5936-3561-4448-81F5-B9B31F21530A}" presName="connectorText" presStyleLbl="sibTrans1D1" presStyleIdx="6" presStyleCnt="7"/>
      <dgm:spPr/>
    </dgm:pt>
    <dgm:pt modelId="{640749F4-48F8-402A-9EFE-960C72F4264D}" type="pres">
      <dgm:prSet presAssocID="{E71344B5-338A-4DBB-9D6D-E2EAB1F06BF1}" presName="node" presStyleLbl="node1" presStyleIdx="7" presStyleCnt="8">
        <dgm:presLayoutVars>
          <dgm:bulletEnabled val="1"/>
        </dgm:presLayoutVars>
      </dgm:prSet>
      <dgm:spPr/>
    </dgm:pt>
  </dgm:ptLst>
  <dgm:cxnLst>
    <dgm:cxn modelId="{43A0F605-59EE-4C8A-A224-D80D700A296D}" type="presOf" srcId="{E71344B5-338A-4DBB-9D6D-E2EAB1F06BF1}" destId="{640749F4-48F8-402A-9EFE-960C72F4264D}" srcOrd="0" destOrd="0" presId="urn:microsoft.com/office/officeart/2016/7/layout/RepeatingBendingProcessNew"/>
    <dgm:cxn modelId="{79EE4E06-F6B0-4DDC-A4AE-4B510E170A12}" srcId="{5181C6BA-C95A-4C56-8760-59E8555B63AB}" destId="{E19278D3-C08E-4596-96A9-55A8B119383E}" srcOrd="4" destOrd="0" parTransId="{D9C428B9-6E6B-4BFD-9FC9-E6DC31F982D2}" sibTransId="{EC57AB0B-FCF8-4E40-BAE4-4A76AF4CDBCD}"/>
    <dgm:cxn modelId="{DA4DCA06-0229-41CB-88FE-E1BBCF96DD4C}" srcId="{5181C6BA-C95A-4C56-8760-59E8555B63AB}" destId="{607FCA5F-3C32-4536-9AB7-71330E4CE7D1}" srcOrd="0" destOrd="0" parTransId="{B3A52783-DDC0-43D4-9E21-39D275B794B9}" sibTransId="{8C01A893-6B01-4397-864C-4954F4998CB6}"/>
    <dgm:cxn modelId="{CC8D7508-3849-483D-996B-E66E6AA88C3E}" type="presOf" srcId="{8C01A893-6B01-4397-864C-4954F4998CB6}" destId="{73B2488C-1D63-4DC5-83B2-3A5398D8238A}" srcOrd="0" destOrd="0" presId="urn:microsoft.com/office/officeart/2016/7/layout/RepeatingBendingProcessNew"/>
    <dgm:cxn modelId="{6EEA5312-DE55-471E-B77D-E55CB38C7B32}" type="presOf" srcId="{23320766-ED86-4A67-9980-A14BB5A06A24}" destId="{A9DFF164-8D8E-49D5-B64E-0E767D191E11}" srcOrd="1" destOrd="0" presId="urn:microsoft.com/office/officeart/2016/7/layout/RepeatingBendingProcessNew"/>
    <dgm:cxn modelId="{30B77016-A37A-4513-BD11-5B2B6EA0A9DF}" type="presOf" srcId="{AD9DC985-E86A-48AD-A3B4-BB1CCA6AE9CD}" destId="{EDCBC888-DA22-4572-B768-38941D72B9D1}" srcOrd="0" destOrd="0" presId="urn:microsoft.com/office/officeart/2016/7/layout/RepeatingBendingProcessNew"/>
    <dgm:cxn modelId="{7233AE1D-846C-4C7D-B6D1-9CE5E2B022F3}" srcId="{5181C6BA-C95A-4C56-8760-59E8555B63AB}" destId="{62920D0C-6845-4013-8CC8-F418236A311E}" srcOrd="6" destOrd="0" parTransId="{94D890DB-868A-4A8D-99CB-EF0E80D2F2F8}" sibTransId="{2D4C5936-3561-4448-81F5-B9B31F21530A}"/>
    <dgm:cxn modelId="{37FCC83F-911C-4575-A0BB-352A1CB19588}" srcId="{5181C6BA-C95A-4C56-8760-59E8555B63AB}" destId="{34F84F8B-2CA9-4B81-860F-DEAA3CF43727}" srcOrd="3" destOrd="0" parTransId="{006F6FAB-0A1D-4B50-8D2C-EEA8D53AE6F3}" sibTransId="{AD9DC985-E86A-48AD-A3B4-BB1CCA6AE9CD}"/>
    <dgm:cxn modelId="{A0575063-D6F0-486D-9FCF-79958310B1E7}" type="presOf" srcId="{EC57AB0B-FCF8-4E40-BAE4-4A76AF4CDBCD}" destId="{D6AFD3D4-D7F6-479F-84DC-31AF3708E90E}" srcOrd="0" destOrd="0" presId="urn:microsoft.com/office/officeart/2016/7/layout/RepeatingBendingProcessNew"/>
    <dgm:cxn modelId="{3688F266-8E2B-4E79-B06D-D28BDAEE50BC}" type="presOf" srcId="{5181C6BA-C95A-4C56-8760-59E8555B63AB}" destId="{DDE4CAB2-2A29-43CB-9633-62B994975339}" srcOrd="0" destOrd="0" presId="urn:microsoft.com/office/officeart/2016/7/layout/RepeatingBendingProcessNew"/>
    <dgm:cxn modelId="{8998EC69-B144-488F-9115-3880B5DA829A}" srcId="{5181C6BA-C95A-4C56-8760-59E8555B63AB}" destId="{182023B6-49CA-4579-A066-D8D51CD613C8}" srcOrd="2" destOrd="0" parTransId="{17CB4E7B-2F67-4CF9-9E3E-716B656A92D8}" sibTransId="{ABE1A992-9642-4278-B2C5-DD9B10D93FB0}"/>
    <dgm:cxn modelId="{FDD5B251-87CF-455D-B68C-23D10B04C171}" type="presOf" srcId="{182023B6-49CA-4579-A066-D8D51CD613C8}" destId="{2BBB8CD8-A97A-43DC-A10F-DD0831C0D467}" srcOrd="0" destOrd="0" presId="urn:microsoft.com/office/officeart/2016/7/layout/RepeatingBendingProcessNew"/>
    <dgm:cxn modelId="{2DAD9D52-C397-4DBC-8391-C290EED9AEAD}" type="presOf" srcId="{8C01A893-6B01-4397-864C-4954F4998CB6}" destId="{AC3F12DF-52FE-4E6B-B318-FA71F5601963}" srcOrd="1" destOrd="0" presId="urn:microsoft.com/office/officeart/2016/7/layout/RepeatingBendingProcessNew"/>
    <dgm:cxn modelId="{DA087E53-C15A-4F43-B0EC-A9807573B149}" type="presOf" srcId="{607FCA5F-3C32-4536-9AB7-71330E4CE7D1}" destId="{2C47E804-9000-40B3-AD4D-5FFC84DD4309}" srcOrd="0" destOrd="0" presId="urn:microsoft.com/office/officeart/2016/7/layout/RepeatingBendingProcessNew"/>
    <dgm:cxn modelId="{F3497E56-1EC8-4B70-BA8F-308CAEC612FF}" type="presOf" srcId="{AD9DC985-E86A-48AD-A3B4-BB1CCA6AE9CD}" destId="{F5DA7690-BA93-4090-AB1B-E4E40469C760}" srcOrd="1" destOrd="0" presId="urn:microsoft.com/office/officeart/2016/7/layout/RepeatingBendingProcessNew"/>
    <dgm:cxn modelId="{61A74157-95D1-45BA-8914-FACC5D450B14}" type="presOf" srcId="{EC57AB0B-FCF8-4E40-BAE4-4A76AF4CDBCD}" destId="{BDE46D0C-F9F4-4E33-85AA-76FA3542D9BB}" srcOrd="1" destOrd="0" presId="urn:microsoft.com/office/officeart/2016/7/layout/RepeatingBendingProcessNew"/>
    <dgm:cxn modelId="{C1D83358-7F96-4C16-B1C4-6A3943B6FEC1}" type="presOf" srcId="{ABE1A992-9642-4278-B2C5-DD9B10D93FB0}" destId="{117A07B9-C7A7-40A1-8C1F-7EEA6F0D97E4}" srcOrd="0" destOrd="0" presId="urn:microsoft.com/office/officeart/2016/7/layout/RepeatingBendingProcessNew"/>
    <dgm:cxn modelId="{9AA58091-1261-4300-8856-63D2EE348DE6}" type="presOf" srcId="{E19278D3-C08E-4596-96A9-55A8B119383E}" destId="{C4C4F0A2-CE4E-48F7-8CA9-EAED34EC4DEA}" srcOrd="0" destOrd="0" presId="urn:microsoft.com/office/officeart/2016/7/layout/RepeatingBendingProcessNew"/>
    <dgm:cxn modelId="{53F4CE93-4C07-4660-876C-9695C4D1944A}" type="presOf" srcId="{ABE1A992-9642-4278-B2C5-DD9B10D93FB0}" destId="{1B9D54BE-C6D2-4A8A-BC4A-EDC28AAC1E9E}" srcOrd="1" destOrd="0" presId="urn:microsoft.com/office/officeart/2016/7/layout/RepeatingBendingProcessNew"/>
    <dgm:cxn modelId="{C7AAB495-315A-4508-8AC2-0B6C037D7B9A}" type="presOf" srcId="{FEFAB431-99C4-4373-94EC-FB23338E5560}" destId="{4C88F0CB-CED6-4751-8B82-FF4BD210AAEB}" srcOrd="0" destOrd="0" presId="urn:microsoft.com/office/officeart/2016/7/layout/RepeatingBendingProcessNew"/>
    <dgm:cxn modelId="{3257F29C-1B58-467C-AC7E-C84D8142B4F1}" srcId="{5181C6BA-C95A-4C56-8760-59E8555B63AB}" destId="{E71344B5-338A-4DBB-9D6D-E2EAB1F06BF1}" srcOrd="7" destOrd="0" parTransId="{EF55BE52-C205-42FB-B3DE-A7757DCA21D3}" sibTransId="{3AC75CD0-740F-4CF1-825E-7AD429E35A66}"/>
    <dgm:cxn modelId="{F5E6C1A2-FC40-4DEE-90DC-5BE9179962D5}" type="presOf" srcId="{B84FCBF0-0583-4389-AF42-4E215CD1354D}" destId="{453348DD-A660-4401-ABA5-1345E1DF6AA4}" srcOrd="1" destOrd="0" presId="urn:microsoft.com/office/officeart/2016/7/layout/RepeatingBendingProcessNew"/>
    <dgm:cxn modelId="{33908EA4-C155-4F30-8FD8-8C3D696DCB31}" srcId="{5181C6BA-C95A-4C56-8760-59E8555B63AB}" destId="{FEFAB431-99C4-4373-94EC-FB23338E5560}" srcOrd="5" destOrd="0" parTransId="{085C27E4-FA22-46D1-B546-0E310E2D6222}" sibTransId="{B84FCBF0-0583-4389-AF42-4E215CD1354D}"/>
    <dgm:cxn modelId="{7A757AAB-D7D0-4136-8EFF-DD5FF4D10373}" type="presOf" srcId="{2D4C5936-3561-4448-81F5-B9B31F21530A}" destId="{D32D8352-7FBF-4DFC-B426-B6A11CFB33EC}" srcOrd="1" destOrd="0" presId="urn:microsoft.com/office/officeart/2016/7/layout/RepeatingBendingProcessNew"/>
    <dgm:cxn modelId="{E2E114B0-818A-49ED-9C2F-E02B8B01F906}" type="presOf" srcId="{23320766-ED86-4A67-9980-A14BB5A06A24}" destId="{3F0FB54E-E2FD-4200-9CE7-49E0B137B9B3}" srcOrd="0" destOrd="0" presId="urn:microsoft.com/office/officeart/2016/7/layout/RepeatingBendingProcessNew"/>
    <dgm:cxn modelId="{6E9B0EB8-4CA5-43B4-9D04-E117F2DD030F}" type="presOf" srcId="{2D4C5936-3561-4448-81F5-B9B31F21530A}" destId="{1CFC205F-5E02-44FA-8743-CA7C5E1F69DD}" srcOrd="0" destOrd="0" presId="urn:microsoft.com/office/officeart/2016/7/layout/RepeatingBendingProcessNew"/>
    <dgm:cxn modelId="{046052D8-2EC0-49CF-A766-996BD32443E2}" type="presOf" srcId="{34F84F8B-2CA9-4B81-860F-DEAA3CF43727}" destId="{57C3FE46-5609-4D92-ACE2-6E9CB3DB1FF7}" srcOrd="0" destOrd="0" presId="urn:microsoft.com/office/officeart/2016/7/layout/RepeatingBendingProcessNew"/>
    <dgm:cxn modelId="{0D3E16E1-0AEF-4815-80DA-D60A0800AFCF}" type="presOf" srcId="{87DF1956-0EF6-4CE8-8ABE-DB35C5BA5B80}" destId="{83FC23BD-F9AF-412C-8923-0D344FCF13B6}" srcOrd="0" destOrd="0" presId="urn:microsoft.com/office/officeart/2016/7/layout/RepeatingBendingProcessNew"/>
    <dgm:cxn modelId="{3722CFEF-55EF-4A20-B572-3E69E321EC8C}" type="presOf" srcId="{B84FCBF0-0583-4389-AF42-4E215CD1354D}" destId="{04E22DA9-AA71-434A-BA77-1CC5A472FAA2}" srcOrd="0" destOrd="0" presId="urn:microsoft.com/office/officeart/2016/7/layout/RepeatingBendingProcessNew"/>
    <dgm:cxn modelId="{0D9251FB-8B47-4B09-85BD-895932DAD2B8}" type="presOf" srcId="{62920D0C-6845-4013-8CC8-F418236A311E}" destId="{F85325C3-0CB5-4C00-9E2C-4ADB3C1E4527}" srcOrd="0" destOrd="0" presId="urn:microsoft.com/office/officeart/2016/7/layout/RepeatingBendingProcessNew"/>
    <dgm:cxn modelId="{7CB018FD-D883-4EBF-B5F1-DB46B342AAEF}" srcId="{5181C6BA-C95A-4C56-8760-59E8555B63AB}" destId="{87DF1956-0EF6-4CE8-8ABE-DB35C5BA5B80}" srcOrd="1" destOrd="0" parTransId="{5AB0D9F3-871F-4685-8396-30622C696236}" sibTransId="{23320766-ED86-4A67-9980-A14BB5A06A24}"/>
    <dgm:cxn modelId="{F617D392-6B10-4450-B63E-847D1A477FB8}" type="presParOf" srcId="{DDE4CAB2-2A29-43CB-9633-62B994975339}" destId="{2C47E804-9000-40B3-AD4D-5FFC84DD4309}" srcOrd="0" destOrd="0" presId="urn:microsoft.com/office/officeart/2016/7/layout/RepeatingBendingProcessNew"/>
    <dgm:cxn modelId="{3665F709-EBE8-4EC3-9ACC-D45B491001A8}" type="presParOf" srcId="{DDE4CAB2-2A29-43CB-9633-62B994975339}" destId="{73B2488C-1D63-4DC5-83B2-3A5398D8238A}" srcOrd="1" destOrd="0" presId="urn:microsoft.com/office/officeart/2016/7/layout/RepeatingBendingProcessNew"/>
    <dgm:cxn modelId="{780E45F7-7887-483E-9885-75D8DD9EB0D6}" type="presParOf" srcId="{73B2488C-1D63-4DC5-83B2-3A5398D8238A}" destId="{AC3F12DF-52FE-4E6B-B318-FA71F5601963}" srcOrd="0" destOrd="0" presId="urn:microsoft.com/office/officeart/2016/7/layout/RepeatingBendingProcessNew"/>
    <dgm:cxn modelId="{DFFCFB5B-EF97-4B04-BC1F-08FA2D17F2FF}" type="presParOf" srcId="{DDE4CAB2-2A29-43CB-9633-62B994975339}" destId="{83FC23BD-F9AF-412C-8923-0D344FCF13B6}" srcOrd="2" destOrd="0" presId="urn:microsoft.com/office/officeart/2016/7/layout/RepeatingBendingProcessNew"/>
    <dgm:cxn modelId="{CB156615-B545-4B1D-8F7D-6BEDB7EF51C9}" type="presParOf" srcId="{DDE4CAB2-2A29-43CB-9633-62B994975339}" destId="{3F0FB54E-E2FD-4200-9CE7-49E0B137B9B3}" srcOrd="3" destOrd="0" presId="urn:microsoft.com/office/officeart/2016/7/layout/RepeatingBendingProcessNew"/>
    <dgm:cxn modelId="{6A97E810-FABC-4328-91CA-8EC992143100}" type="presParOf" srcId="{3F0FB54E-E2FD-4200-9CE7-49E0B137B9B3}" destId="{A9DFF164-8D8E-49D5-B64E-0E767D191E11}" srcOrd="0" destOrd="0" presId="urn:microsoft.com/office/officeart/2016/7/layout/RepeatingBendingProcessNew"/>
    <dgm:cxn modelId="{615DBCF3-5BC9-479A-9592-2B4427885494}" type="presParOf" srcId="{DDE4CAB2-2A29-43CB-9633-62B994975339}" destId="{2BBB8CD8-A97A-43DC-A10F-DD0831C0D467}" srcOrd="4" destOrd="0" presId="urn:microsoft.com/office/officeart/2016/7/layout/RepeatingBendingProcessNew"/>
    <dgm:cxn modelId="{7E0C7A05-1ECB-4485-ABBC-3C86F775ECF7}" type="presParOf" srcId="{DDE4CAB2-2A29-43CB-9633-62B994975339}" destId="{117A07B9-C7A7-40A1-8C1F-7EEA6F0D97E4}" srcOrd="5" destOrd="0" presId="urn:microsoft.com/office/officeart/2016/7/layout/RepeatingBendingProcessNew"/>
    <dgm:cxn modelId="{6E5393C0-8F44-41D8-8FD1-129BA027965A}" type="presParOf" srcId="{117A07B9-C7A7-40A1-8C1F-7EEA6F0D97E4}" destId="{1B9D54BE-C6D2-4A8A-BC4A-EDC28AAC1E9E}" srcOrd="0" destOrd="0" presId="urn:microsoft.com/office/officeart/2016/7/layout/RepeatingBendingProcessNew"/>
    <dgm:cxn modelId="{E34D1FE5-0CD5-401A-B54A-E07A604A0399}" type="presParOf" srcId="{DDE4CAB2-2A29-43CB-9633-62B994975339}" destId="{57C3FE46-5609-4D92-ACE2-6E9CB3DB1FF7}" srcOrd="6" destOrd="0" presId="urn:microsoft.com/office/officeart/2016/7/layout/RepeatingBendingProcessNew"/>
    <dgm:cxn modelId="{AF001223-D877-4A8F-B879-46DE274080EC}" type="presParOf" srcId="{DDE4CAB2-2A29-43CB-9633-62B994975339}" destId="{EDCBC888-DA22-4572-B768-38941D72B9D1}" srcOrd="7" destOrd="0" presId="urn:microsoft.com/office/officeart/2016/7/layout/RepeatingBendingProcessNew"/>
    <dgm:cxn modelId="{E5F1A611-93E1-46BC-88FB-44E69F1EAA2F}" type="presParOf" srcId="{EDCBC888-DA22-4572-B768-38941D72B9D1}" destId="{F5DA7690-BA93-4090-AB1B-E4E40469C760}" srcOrd="0" destOrd="0" presId="urn:microsoft.com/office/officeart/2016/7/layout/RepeatingBendingProcessNew"/>
    <dgm:cxn modelId="{FB0F9F70-6B15-422E-AC47-9DC50CDA8785}" type="presParOf" srcId="{DDE4CAB2-2A29-43CB-9633-62B994975339}" destId="{C4C4F0A2-CE4E-48F7-8CA9-EAED34EC4DEA}" srcOrd="8" destOrd="0" presId="urn:microsoft.com/office/officeart/2016/7/layout/RepeatingBendingProcessNew"/>
    <dgm:cxn modelId="{425FB42B-96A7-49C3-9E54-1381AC8D0A58}" type="presParOf" srcId="{DDE4CAB2-2A29-43CB-9633-62B994975339}" destId="{D6AFD3D4-D7F6-479F-84DC-31AF3708E90E}" srcOrd="9" destOrd="0" presId="urn:microsoft.com/office/officeart/2016/7/layout/RepeatingBendingProcessNew"/>
    <dgm:cxn modelId="{F3155472-AAB7-4A9D-ADC2-32B89B1A9349}" type="presParOf" srcId="{D6AFD3D4-D7F6-479F-84DC-31AF3708E90E}" destId="{BDE46D0C-F9F4-4E33-85AA-76FA3542D9BB}" srcOrd="0" destOrd="0" presId="urn:microsoft.com/office/officeart/2016/7/layout/RepeatingBendingProcessNew"/>
    <dgm:cxn modelId="{6A822F9E-B389-4C8E-9E76-45E7254D1CA2}" type="presParOf" srcId="{DDE4CAB2-2A29-43CB-9633-62B994975339}" destId="{4C88F0CB-CED6-4751-8B82-FF4BD210AAEB}" srcOrd="10" destOrd="0" presId="urn:microsoft.com/office/officeart/2016/7/layout/RepeatingBendingProcessNew"/>
    <dgm:cxn modelId="{17327FDA-B03D-4A5D-AA7C-980047ECA54F}" type="presParOf" srcId="{DDE4CAB2-2A29-43CB-9633-62B994975339}" destId="{04E22DA9-AA71-434A-BA77-1CC5A472FAA2}" srcOrd="11" destOrd="0" presId="urn:microsoft.com/office/officeart/2016/7/layout/RepeatingBendingProcessNew"/>
    <dgm:cxn modelId="{3586E284-FFAC-4EA0-B3FD-25CD6F4C83C5}" type="presParOf" srcId="{04E22DA9-AA71-434A-BA77-1CC5A472FAA2}" destId="{453348DD-A660-4401-ABA5-1345E1DF6AA4}" srcOrd="0" destOrd="0" presId="urn:microsoft.com/office/officeart/2016/7/layout/RepeatingBendingProcessNew"/>
    <dgm:cxn modelId="{FD0FFF00-DED2-4BD6-8D60-3EE3D6E7F6B7}" type="presParOf" srcId="{DDE4CAB2-2A29-43CB-9633-62B994975339}" destId="{F85325C3-0CB5-4C00-9E2C-4ADB3C1E4527}" srcOrd="12" destOrd="0" presId="urn:microsoft.com/office/officeart/2016/7/layout/RepeatingBendingProcessNew"/>
    <dgm:cxn modelId="{3D9727FC-B14D-489B-B445-CF80674DBC7A}" type="presParOf" srcId="{DDE4CAB2-2A29-43CB-9633-62B994975339}" destId="{1CFC205F-5E02-44FA-8743-CA7C5E1F69DD}" srcOrd="13" destOrd="0" presId="urn:microsoft.com/office/officeart/2016/7/layout/RepeatingBendingProcessNew"/>
    <dgm:cxn modelId="{CDEAAE6E-4076-4247-AC36-BC2F0CF77616}" type="presParOf" srcId="{1CFC205F-5E02-44FA-8743-CA7C5E1F69DD}" destId="{D32D8352-7FBF-4DFC-B426-B6A11CFB33EC}" srcOrd="0" destOrd="0" presId="urn:microsoft.com/office/officeart/2016/7/layout/RepeatingBendingProcessNew"/>
    <dgm:cxn modelId="{48FFD281-AF9E-4180-B4D0-A7BB859491CD}" type="presParOf" srcId="{DDE4CAB2-2A29-43CB-9633-62B994975339}" destId="{640749F4-48F8-402A-9EFE-960C72F4264D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2C792B-8FAA-414A-ADD6-2916FEA2595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77EEAE-FECC-4E58-99D9-CA4AA768F1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Interprété : flexible mais lent</a:t>
          </a:r>
        </a:p>
      </dgm:t>
    </dgm:pt>
    <dgm:pt modelId="{3EA224FC-C200-45D0-85DE-A82EED68E820}" type="parTrans" cxnId="{BF4B5D0A-5FF1-43E7-A52F-47C753F6E699}">
      <dgm:prSet/>
      <dgm:spPr/>
      <dgm:t>
        <a:bodyPr/>
        <a:lstStyle/>
        <a:p>
          <a:endParaRPr lang="en-US"/>
        </a:p>
      </dgm:t>
    </dgm:pt>
    <dgm:pt modelId="{35EDDC57-EC29-4D67-B6A0-33C46625E8F5}" type="sibTrans" cxnId="{BF4B5D0A-5FF1-43E7-A52F-47C753F6E699}">
      <dgm:prSet/>
      <dgm:spPr/>
      <dgm:t>
        <a:bodyPr/>
        <a:lstStyle/>
        <a:p>
          <a:endParaRPr lang="en-US"/>
        </a:p>
      </dgm:t>
    </dgm:pt>
    <dgm:pt modelId="{7B0F1E21-133E-4253-A8DE-AA6669D08C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Compilé : rapide mais rigide</a:t>
          </a:r>
        </a:p>
      </dgm:t>
    </dgm:pt>
    <dgm:pt modelId="{F86C35A0-05BD-47CE-8AC6-6573B4F6C71C}" type="parTrans" cxnId="{9653E1DC-FAF8-47E0-81C9-5C1C49392E16}">
      <dgm:prSet/>
      <dgm:spPr/>
      <dgm:t>
        <a:bodyPr/>
        <a:lstStyle/>
        <a:p>
          <a:endParaRPr lang="en-US"/>
        </a:p>
      </dgm:t>
    </dgm:pt>
    <dgm:pt modelId="{3BC42FFC-6D67-4155-9891-DC280F3E9D0A}" type="sibTrans" cxnId="{9653E1DC-FAF8-47E0-81C9-5C1C49392E16}">
      <dgm:prSet/>
      <dgm:spPr/>
      <dgm:t>
        <a:bodyPr/>
        <a:lstStyle/>
        <a:p>
          <a:endParaRPr lang="en-US"/>
        </a:p>
      </dgm:t>
    </dgm:pt>
    <dgm:pt modelId="{CFF54CCC-488E-4196-ADCA-5F25CE6873E8}" type="pres">
      <dgm:prSet presAssocID="{8D2C792B-8FAA-414A-ADD6-2916FEA25957}" presName="root" presStyleCnt="0">
        <dgm:presLayoutVars>
          <dgm:dir/>
          <dgm:resizeHandles val="exact"/>
        </dgm:presLayoutVars>
      </dgm:prSet>
      <dgm:spPr/>
    </dgm:pt>
    <dgm:pt modelId="{27DF1660-1EFC-48CC-AFE8-89EDFC5CA015}" type="pres">
      <dgm:prSet presAssocID="{A677EEAE-FECC-4E58-99D9-CA4AA768F172}" presName="compNode" presStyleCnt="0"/>
      <dgm:spPr/>
    </dgm:pt>
    <dgm:pt modelId="{7E7CA626-77B4-4008-A1E2-68F4D060033D}" type="pres">
      <dgm:prSet presAssocID="{A677EEAE-FECC-4E58-99D9-CA4AA768F17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rtue"/>
        </a:ext>
      </dgm:extLst>
    </dgm:pt>
    <dgm:pt modelId="{CBE926F8-72B4-4C65-835B-1B3A86079F8A}" type="pres">
      <dgm:prSet presAssocID="{A677EEAE-FECC-4E58-99D9-CA4AA768F172}" presName="spaceRect" presStyleCnt="0"/>
      <dgm:spPr/>
    </dgm:pt>
    <dgm:pt modelId="{E2B1CE41-AD47-4E1B-B8C5-7B0DE37F23D3}" type="pres">
      <dgm:prSet presAssocID="{A677EEAE-FECC-4E58-99D9-CA4AA768F172}" presName="textRect" presStyleLbl="revTx" presStyleIdx="0" presStyleCnt="2">
        <dgm:presLayoutVars>
          <dgm:chMax val="1"/>
          <dgm:chPref val="1"/>
        </dgm:presLayoutVars>
      </dgm:prSet>
      <dgm:spPr/>
    </dgm:pt>
    <dgm:pt modelId="{9B88B68C-324A-47DC-AEB7-FCDE31DCD28C}" type="pres">
      <dgm:prSet presAssocID="{35EDDC57-EC29-4D67-B6A0-33C46625E8F5}" presName="sibTrans" presStyleCnt="0"/>
      <dgm:spPr/>
    </dgm:pt>
    <dgm:pt modelId="{4A54FA66-A1BF-4B57-BA13-710BDBB67E50}" type="pres">
      <dgm:prSet presAssocID="{7B0F1E21-133E-4253-A8DE-AA6669D08C09}" presName="compNode" presStyleCnt="0"/>
      <dgm:spPr/>
    </dgm:pt>
    <dgm:pt modelId="{F57DF7C1-283D-429D-8B9C-70E562962E16}" type="pres">
      <dgm:prSet presAssocID="{7B0F1E21-133E-4253-A8DE-AA6669D08C0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blier terminé"/>
        </a:ext>
      </dgm:extLst>
    </dgm:pt>
    <dgm:pt modelId="{A1D99692-C159-48CE-83B0-C4A398F037A1}" type="pres">
      <dgm:prSet presAssocID="{7B0F1E21-133E-4253-A8DE-AA6669D08C09}" presName="spaceRect" presStyleCnt="0"/>
      <dgm:spPr/>
    </dgm:pt>
    <dgm:pt modelId="{CE370AFB-C273-4C1E-9B17-33860292A6DF}" type="pres">
      <dgm:prSet presAssocID="{7B0F1E21-133E-4253-A8DE-AA6669D08C0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F4B5D0A-5FF1-43E7-A52F-47C753F6E699}" srcId="{8D2C792B-8FAA-414A-ADD6-2916FEA25957}" destId="{A677EEAE-FECC-4E58-99D9-CA4AA768F172}" srcOrd="0" destOrd="0" parTransId="{3EA224FC-C200-45D0-85DE-A82EED68E820}" sibTransId="{35EDDC57-EC29-4D67-B6A0-33C46625E8F5}"/>
    <dgm:cxn modelId="{F483BABE-5729-4084-AFC8-6B0755B3CB0E}" type="presOf" srcId="{A677EEAE-FECC-4E58-99D9-CA4AA768F172}" destId="{E2B1CE41-AD47-4E1B-B8C5-7B0DE37F23D3}" srcOrd="0" destOrd="0" presId="urn:microsoft.com/office/officeart/2018/2/layout/IconLabelList"/>
    <dgm:cxn modelId="{2EA8BBBE-F9F5-4F00-97DD-72A424C41D55}" type="presOf" srcId="{7B0F1E21-133E-4253-A8DE-AA6669D08C09}" destId="{CE370AFB-C273-4C1E-9B17-33860292A6DF}" srcOrd="0" destOrd="0" presId="urn:microsoft.com/office/officeart/2018/2/layout/IconLabelList"/>
    <dgm:cxn modelId="{9653E1DC-FAF8-47E0-81C9-5C1C49392E16}" srcId="{8D2C792B-8FAA-414A-ADD6-2916FEA25957}" destId="{7B0F1E21-133E-4253-A8DE-AA6669D08C09}" srcOrd="1" destOrd="0" parTransId="{F86C35A0-05BD-47CE-8AC6-6573B4F6C71C}" sibTransId="{3BC42FFC-6D67-4155-9891-DC280F3E9D0A}"/>
    <dgm:cxn modelId="{003468FE-1E9D-4DC3-B5E8-81684884F408}" type="presOf" srcId="{8D2C792B-8FAA-414A-ADD6-2916FEA25957}" destId="{CFF54CCC-488E-4196-ADCA-5F25CE6873E8}" srcOrd="0" destOrd="0" presId="urn:microsoft.com/office/officeart/2018/2/layout/IconLabelList"/>
    <dgm:cxn modelId="{F3A64A06-EA1B-4ACB-AA41-E1DA850CD79E}" type="presParOf" srcId="{CFF54CCC-488E-4196-ADCA-5F25CE6873E8}" destId="{27DF1660-1EFC-48CC-AFE8-89EDFC5CA015}" srcOrd="0" destOrd="0" presId="urn:microsoft.com/office/officeart/2018/2/layout/IconLabelList"/>
    <dgm:cxn modelId="{53806D08-EF0D-4DAB-8686-C4FACE61CE93}" type="presParOf" srcId="{27DF1660-1EFC-48CC-AFE8-89EDFC5CA015}" destId="{7E7CA626-77B4-4008-A1E2-68F4D060033D}" srcOrd="0" destOrd="0" presId="urn:microsoft.com/office/officeart/2018/2/layout/IconLabelList"/>
    <dgm:cxn modelId="{35EA37D6-B100-460C-8B4A-B986B4B6A6BB}" type="presParOf" srcId="{27DF1660-1EFC-48CC-AFE8-89EDFC5CA015}" destId="{CBE926F8-72B4-4C65-835B-1B3A86079F8A}" srcOrd="1" destOrd="0" presId="urn:microsoft.com/office/officeart/2018/2/layout/IconLabelList"/>
    <dgm:cxn modelId="{ECC7A216-6388-4DBC-8D44-F6DCFDB091B4}" type="presParOf" srcId="{27DF1660-1EFC-48CC-AFE8-89EDFC5CA015}" destId="{E2B1CE41-AD47-4E1B-B8C5-7B0DE37F23D3}" srcOrd="2" destOrd="0" presId="urn:microsoft.com/office/officeart/2018/2/layout/IconLabelList"/>
    <dgm:cxn modelId="{DCE34E5F-8ABA-46B8-AF87-895341E969E8}" type="presParOf" srcId="{CFF54CCC-488E-4196-ADCA-5F25CE6873E8}" destId="{9B88B68C-324A-47DC-AEB7-FCDE31DCD28C}" srcOrd="1" destOrd="0" presId="urn:microsoft.com/office/officeart/2018/2/layout/IconLabelList"/>
    <dgm:cxn modelId="{E0C7247F-DDAB-406E-A856-2753653C0004}" type="presParOf" srcId="{CFF54CCC-488E-4196-ADCA-5F25CE6873E8}" destId="{4A54FA66-A1BF-4B57-BA13-710BDBB67E50}" srcOrd="2" destOrd="0" presId="urn:microsoft.com/office/officeart/2018/2/layout/IconLabelList"/>
    <dgm:cxn modelId="{46195F8D-A50F-472B-9946-1DF23E9A8AA8}" type="presParOf" srcId="{4A54FA66-A1BF-4B57-BA13-710BDBB67E50}" destId="{F57DF7C1-283D-429D-8B9C-70E562962E16}" srcOrd="0" destOrd="0" presId="urn:microsoft.com/office/officeart/2018/2/layout/IconLabelList"/>
    <dgm:cxn modelId="{5B5C2CDF-3B27-49B0-8364-187E97CC30B1}" type="presParOf" srcId="{4A54FA66-A1BF-4B57-BA13-710BDBB67E50}" destId="{A1D99692-C159-48CE-83B0-C4A398F037A1}" srcOrd="1" destOrd="0" presId="urn:microsoft.com/office/officeart/2018/2/layout/IconLabelList"/>
    <dgm:cxn modelId="{57C2F75F-06DA-47C0-AE52-5B55DCE67D87}" type="presParOf" srcId="{4A54FA66-A1BF-4B57-BA13-710BDBB67E50}" destId="{CE370AFB-C273-4C1E-9B17-33860292A6D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97613E-9451-40A4-B21A-5D8600D828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6DF86B-142C-4641-AE6A-9FBF8F3C1A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JavaScript est faiblement et dynamiquement typé.</a:t>
          </a:r>
        </a:p>
      </dgm:t>
    </dgm:pt>
    <dgm:pt modelId="{9F6AF1E9-8E73-42B8-AF9C-62A831D6E114}" type="parTrans" cxnId="{CE82E807-1736-4B62-A71E-C1DB6064ED2A}">
      <dgm:prSet/>
      <dgm:spPr/>
      <dgm:t>
        <a:bodyPr/>
        <a:lstStyle/>
        <a:p>
          <a:endParaRPr lang="en-US"/>
        </a:p>
      </dgm:t>
    </dgm:pt>
    <dgm:pt modelId="{F3F909D2-08EA-45A4-8AF4-C90B84D6CC33}" type="sibTrans" cxnId="{CE82E807-1736-4B62-A71E-C1DB6064ED2A}">
      <dgm:prSet/>
      <dgm:spPr/>
      <dgm:t>
        <a:bodyPr/>
        <a:lstStyle/>
        <a:p>
          <a:endParaRPr lang="en-US"/>
        </a:p>
      </dgm:t>
    </dgm:pt>
    <dgm:pt modelId="{84BCABBD-E8C9-4710-AE85-4DC7611964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Les variables peuvent changer de type.</a:t>
          </a:r>
        </a:p>
      </dgm:t>
    </dgm:pt>
    <dgm:pt modelId="{E2CF3F40-0854-4DF6-B074-8953FC3619BD}" type="parTrans" cxnId="{56734E84-122E-4882-BE85-AA798611E469}">
      <dgm:prSet/>
      <dgm:spPr/>
      <dgm:t>
        <a:bodyPr/>
        <a:lstStyle/>
        <a:p>
          <a:endParaRPr lang="en-US"/>
        </a:p>
      </dgm:t>
    </dgm:pt>
    <dgm:pt modelId="{FCF73859-E22F-4167-B6A8-8270A6307D04}" type="sibTrans" cxnId="{56734E84-122E-4882-BE85-AA798611E469}">
      <dgm:prSet/>
      <dgm:spPr/>
      <dgm:t>
        <a:bodyPr/>
        <a:lstStyle/>
        <a:p>
          <a:endParaRPr lang="en-US"/>
        </a:p>
      </dgm:t>
    </dgm:pt>
    <dgm:pt modelId="{1FE362E2-1A90-46F3-8FEF-B7861238691F}" type="pres">
      <dgm:prSet presAssocID="{F097613E-9451-40A4-B21A-5D8600D8287F}" presName="root" presStyleCnt="0">
        <dgm:presLayoutVars>
          <dgm:dir/>
          <dgm:resizeHandles val="exact"/>
        </dgm:presLayoutVars>
      </dgm:prSet>
      <dgm:spPr/>
    </dgm:pt>
    <dgm:pt modelId="{C519C839-E0A7-4AA6-88EF-CE0F1EAC54EF}" type="pres">
      <dgm:prSet presAssocID="{7F6DF86B-142C-4641-AE6A-9FBF8F3C1A4D}" presName="compNode" presStyleCnt="0"/>
      <dgm:spPr/>
    </dgm:pt>
    <dgm:pt modelId="{C6919BA1-00DE-4190-AF1E-9F6D599DC4FF}" type="pres">
      <dgm:prSet presAssocID="{7F6DF86B-142C-4641-AE6A-9FBF8F3C1A4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ussole"/>
        </a:ext>
      </dgm:extLst>
    </dgm:pt>
    <dgm:pt modelId="{3C4F7DEF-96AD-4FD6-B902-3E273E406DD8}" type="pres">
      <dgm:prSet presAssocID="{7F6DF86B-142C-4641-AE6A-9FBF8F3C1A4D}" presName="spaceRect" presStyleCnt="0"/>
      <dgm:spPr/>
    </dgm:pt>
    <dgm:pt modelId="{A285E63F-3E79-4A79-A8C0-108FA1ED5D6F}" type="pres">
      <dgm:prSet presAssocID="{7F6DF86B-142C-4641-AE6A-9FBF8F3C1A4D}" presName="textRect" presStyleLbl="revTx" presStyleIdx="0" presStyleCnt="2">
        <dgm:presLayoutVars>
          <dgm:chMax val="1"/>
          <dgm:chPref val="1"/>
        </dgm:presLayoutVars>
      </dgm:prSet>
      <dgm:spPr/>
    </dgm:pt>
    <dgm:pt modelId="{B40EE55D-6C72-463B-AC3B-8CB126A1C92D}" type="pres">
      <dgm:prSet presAssocID="{F3F909D2-08EA-45A4-8AF4-C90B84D6CC33}" presName="sibTrans" presStyleCnt="0"/>
      <dgm:spPr/>
    </dgm:pt>
    <dgm:pt modelId="{EC6BCB1F-9DC6-4FC3-9B55-B90663EF0758}" type="pres">
      <dgm:prSet presAssocID="{84BCABBD-E8C9-4710-AE85-4DC7611964E9}" presName="compNode" presStyleCnt="0"/>
      <dgm:spPr/>
    </dgm:pt>
    <dgm:pt modelId="{7530A9D3-9682-49A5-BC77-0E0C56137575}" type="pres">
      <dgm:prSet presAssocID="{84BCABBD-E8C9-4710-AE85-4DC7611964E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AF9DD92-AC38-4386-B87F-1FC799EDB707}" type="pres">
      <dgm:prSet presAssocID="{84BCABBD-E8C9-4710-AE85-4DC7611964E9}" presName="spaceRect" presStyleCnt="0"/>
      <dgm:spPr/>
    </dgm:pt>
    <dgm:pt modelId="{EFE71ADA-5E7E-4F5A-BECE-65C2B8669995}" type="pres">
      <dgm:prSet presAssocID="{84BCABBD-E8C9-4710-AE85-4DC7611964E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E82E807-1736-4B62-A71E-C1DB6064ED2A}" srcId="{F097613E-9451-40A4-B21A-5D8600D8287F}" destId="{7F6DF86B-142C-4641-AE6A-9FBF8F3C1A4D}" srcOrd="0" destOrd="0" parTransId="{9F6AF1E9-8E73-42B8-AF9C-62A831D6E114}" sibTransId="{F3F909D2-08EA-45A4-8AF4-C90B84D6CC33}"/>
    <dgm:cxn modelId="{14440718-DE24-4487-9243-DED772964445}" type="presOf" srcId="{84BCABBD-E8C9-4710-AE85-4DC7611964E9}" destId="{EFE71ADA-5E7E-4F5A-BECE-65C2B8669995}" srcOrd="0" destOrd="0" presId="urn:microsoft.com/office/officeart/2018/2/layout/IconLabelList"/>
    <dgm:cxn modelId="{A7C1987E-6B2D-454A-86A9-1D6DE88B44C8}" type="presOf" srcId="{F097613E-9451-40A4-B21A-5D8600D8287F}" destId="{1FE362E2-1A90-46F3-8FEF-B7861238691F}" srcOrd="0" destOrd="0" presId="urn:microsoft.com/office/officeart/2018/2/layout/IconLabelList"/>
    <dgm:cxn modelId="{56734E84-122E-4882-BE85-AA798611E469}" srcId="{F097613E-9451-40A4-B21A-5D8600D8287F}" destId="{84BCABBD-E8C9-4710-AE85-4DC7611964E9}" srcOrd="1" destOrd="0" parTransId="{E2CF3F40-0854-4DF6-B074-8953FC3619BD}" sibTransId="{FCF73859-E22F-4167-B6A8-8270A6307D04}"/>
    <dgm:cxn modelId="{F0138CB2-8EA7-4376-86A4-9D7FE429A67E}" type="presOf" srcId="{7F6DF86B-142C-4641-AE6A-9FBF8F3C1A4D}" destId="{A285E63F-3E79-4A79-A8C0-108FA1ED5D6F}" srcOrd="0" destOrd="0" presId="urn:microsoft.com/office/officeart/2018/2/layout/IconLabelList"/>
    <dgm:cxn modelId="{AC94409C-3AD6-4573-AFD2-CB642FAA9B76}" type="presParOf" srcId="{1FE362E2-1A90-46F3-8FEF-B7861238691F}" destId="{C519C839-E0A7-4AA6-88EF-CE0F1EAC54EF}" srcOrd="0" destOrd="0" presId="urn:microsoft.com/office/officeart/2018/2/layout/IconLabelList"/>
    <dgm:cxn modelId="{309BD114-29D4-437A-B54F-4A8E45C41675}" type="presParOf" srcId="{C519C839-E0A7-4AA6-88EF-CE0F1EAC54EF}" destId="{C6919BA1-00DE-4190-AF1E-9F6D599DC4FF}" srcOrd="0" destOrd="0" presId="urn:microsoft.com/office/officeart/2018/2/layout/IconLabelList"/>
    <dgm:cxn modelId="{749F96AF-97B5-46DF-A65C-80BECF0C6378}" type="presParOf" srcId="{C519C839-E0A7-4AA6-88EF-CE0F1EAC54EF}" destId="{3C4F7DEF-96AD-4FD6-B902-3E273E406DD8}" srcOrd="1" destOrd="0" presId="urn:microsoft.com/office/officeart/2018/2/layout/IconLabelList"/>
    <dgm:cxn modelId="{C13B47F6-8852-4992-80D4-3478AC6B2BCA}" type="presParOf" srcId="{C519C839-E0A7-4AA6-88EF-CE0F1EAC54EF}" destId="{A285E63F-3E79-4A79-A8C0-108FA1ED5D6F}" srcOrd="2" destOrd="0" presId="urn:microsoft.com/office/officeart/2018/2/layout/IconLabelList"/>
    <dgm:cxn modelId="{623A5A99-19C7-48C8-A29A-56A1C04EFBBC}" type="presParOf" srcId="{1FE362E2-1A90-46F3-8FEF-B7861238691F}" destId="{B40EE55D-6C72-463B-AC3B-8CB126A1C92D}" srcOrd="1" destOrd="0" presId="urn:microsoft.com/office/officeart/2018/2/layout/IconLabelList"/>
    <dgm:cxn modelId="{BCBE44CC-2219-4804-A03D-DCF84E4566FC}" type="presParOf" srcId="{1FE362E2-1A90-46F3-8FEF-B7861238691F}" destId="{EC6BCB1F-9DC6-4FC3-9B55-B90663EF0758}" srcOrd="2" destOrd="0" presId="urn:microsoft.com/office/officeart/2018/2/layout/IconLabelList"/>
    <dgm:cxn modelId="{D9A90ED4-4FC7-4A0F-975C-B37A124B9A91}" type="presParOf" srcId="{EC6BCB1F-9DC6-4FC3-9B55-B90663EF0758}" destId="{7530A9D3-9682-49A5-BC77-0E0C56137575}" srcOrd="0" destOrd="0" presId="urn:microsoft.com/office/officeart/2018/2/layout/IconLabelList"/>
    <dgm:cxn modelId="{8080A554-0D3A-4389-95E8-11F941E92BE3}" type="presParOf" srcId="{EC6BCB1F-9DC6-4FC3-9B55-B90663EF0758}" destId="{7AF9DD92-AC38-4386-B87F-1FC799EDB707}" srcOrd="1" destOrd="0" presId="urn:microsoft.com/office/officeart/2018/2/layout/IconLabelList"/>
    <dgm:cxn modelId="{F3620847-423E-4FE1-A74C-40E51EC9E1C0}" type="presParOf" srcId="{EC6BCB1F-9DC6-4FC3-9B55-B90663EF0758}" destId="{EFE71ADA-5E7E-4F5A-BECE-65C2B866999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BE45F4-01CA-4591-9C58-D99F0091BFC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D9A668-7769-4CFB-A674-C6D23AA59253}">
      <dgm:prSet/>
      <dgm:spPr/>
      <dgm:t>
        <a:bodyPr/>
        <a:lstStyle/>
        <a:p>
          <a:pPr>
            <a:defRPr cap="all"/>
          </a:pPr>
          <a:r>
            <a:rPr lang="en-US"/>
            <a:t>- Détection d’erreurs</a:t>
          </a:r>
        </a:p>
      </dgm:t>
    </dgm:pt>
    <dgm:pt modelId="{6D448E76-BCF2-4713-AEE6-E84D1D1FA9B7}" type="parTrans" cxnId="{E3982EDC-C1F7-4CE5-868A-B2DAFDE16D9D}">
      <dgm:prSet/>
      <dgm:spPr/>
      <dgm:t>
        <a:bodyPr/>
        <a:lstStyle/>
        <a:p>
          <a:endParaRPr lang="en-US"/>
        </a:p>
      </dgm:t>
    </dgm:pt>
    <dgm:pt modelId="{A4FFEF04-4127-4C37-BA34-DB36A9748DDE}" type="sibTrans" cxnId="{E3982EDC-C1F7-4CE5-868A-B2DAFDE16D9D}">
      <dgm:prSet/>
      <dgm:spPr/>
      <dgm:t>
        <a:bodyPr/>
        <a:lstStyle/>
        <a:p>
          <a:endParaRPr lang="en-US"/>
        </a:p>
      </dgm:t>
    </dgm:pt>
    <dgm:pt modelId="{79B72C01-4CAE-4F65-940B-F90E92680BA5}">
      <dgm:prSet/>
      <dgm:spPr/>
      <dgm:t>
        <a:bodyPr/>
        <a:lstStyle/>
        <a:p>
          <a:pPr>
            <a:defRPr cap="all"/>
          </a:pPr>
          <a:r>
            <a:rPr lang="en-US"/>
            <a:t>- Code plus clair</a:t>
          </a:r>
        </a:p>
      </dgm:t>
    </dgm:pt>
    <dgm:pt modelId="{5F6A7061-91BA-474C-864B-1E75B644A048}" type="parTrans" cxnId="{CFD93F67-76AC-467E-83AE-35E529AADD59}">
      <dgm:prSet/>
      <dgm:spPr/>
      <dgm:t>
        <a:bodyPr/>
        <a:lstStyle/>
        <a:p>
          <a:endParaRPr lang="en-US"/>
        </a:p>
      </dgm:t>
    </dgm:pt>
    <dgm:pt modelId="{B218AC8C-0D70-4A15-BB10-26B22BD94B6D}" type="sibTrans" cxnId="{CFD93F67-76AC-467E-83AE-35E529AADD59}">
      <dgm:prSet/>
      <dgm:spPr/>
      <dgm:t>
        <a:bodyPr/>
        <a:lstStyle/>
        <a:p>
          <a:endParaRPr lang="en-US"/>
        </a:p>
      </dgm:t>
    </dgm:pt>
    <dgm:pt modelId="{E8E2C24A-672C-4FB2-A363-7D1F2FC40BA3}">
      <dgm:prSet/>
      <dgm:spPr/>
      <dgm:t>
        <a:bodyPr/>
        <a:lstStyle/>
        <a:p>
          <a:pPr>
            <a:defRPr cap="all"/>
          </a:pPr>
          <a:r>
            <a:rPr lang="en-US"/>
            <a:t>- Maintenance facilitée</a:t>
          </a:r>
        </a:p>
      </dgm:t>
    </dgm:pt>
    <dgm:pt modelId="{34D51B9B-76CE-4DE1-BF88-9D660974AAFD}" type="parTrans" cxnId="{180DF04F-0509-47E5-A383-1563DDF308E9}">
      <dgm:prSet/>
      <dgm:spPr/>
      <dgm:t>
        <a:bodyPr/>
        <a:lstStyle/>
        <a:p>
          <a:endParaRPr lang="en-US"/>
        </a:p>
      </dgm:t>
    </dgm:pt>
    <dgm:pt modelId="{0667B265-DA25-4B30-9E54-A43947F717B8}" type="sibTrans" cxnId="{180DF04F-0509-47E5-A383-1563DDF308E9}">
      <dgm:prSet/>
      <dgm:spPr/>
      <dgm:t>
        <a:bodyPr/>
        <a:lstStyle/>
        <a:p>
          <a:endParaRPr lang="en-US"/>
        </a:p>
      </dgm:t>
    </dgm:pt>
    <dgm:pt modelId="{C7FA346D-8CD8-4D23-A586-890AAC1DAC70}">
      <dgm:prSet/>
      <dgm:spPr/>
      <dgm:t>
        <a:bodyPr/>
        <a:lstStyle/>
        <a:p>
          <a:pPr>
            <a:defRPr cap="all"/>
          </a:pPr>
          <a:r>
            <a:rPr lang="en-US"/>
            <a:t>- Meilleurs outils</a:t>
          </a:r>
        </a:p>
      </dgm:t>
    </dgm:pt>
    <dgm:pt modelId="{F323D368-7E61-46C8-8C5E-1FC56A42C8E5}" type="parTrans" cxnId="{E153D116-924C-4F06-94A9-7714433FFCB8}">
      <dgm:prSet/>
      <dgm:spPr/>
      <dgm:t>
        <a:bodyPr/>
        <a:lstStyle/>
        <a:p>
          <a:endParaRPr lang="en-US"/>
        </a:p>
      </dgm:t>
    </dgm:pt>
    <dgm:pt modelId="{E91B7A7A-F697-44EC-8E8A-7AE1FBC3BC11}" type="sibTrans" cxnId="{E153D116-924C-4F06-94A9-7714433FFCB8}">
      <dgm:prSet/>
      <dgm:spPr/>
      <dgm:t>
        <a:bodyPr/>
        <a:lstStyle/>
        <a:p>
          <a:endParaRPr lang="en-US"/>
        </a:p>
      </dgm:t>
    </dgm:pt>
    <dgm:pt modelId="{2EDAEF75-BE68-4840-ADE6-4251DE604DB1}" type="pres">
      <dgm:prSet presAssocID="{0DBE45F4-01CA-4591-9C58-D99F0091BFCC}" presName="root" presStyleCnt="0">
        <dgm:presLayoutVars>
          <dgm:dir/>
          <dgm:resizeHandles val="exact"/>
        </dgm:presLayoutVars>
      </dgm:prSet>
      <dgm:spPr/>
    </dgm:pt>
    <dgm:pt modelId="{B1FB0647-F42A-42BA-994D-A071A7D10802}" type="pres">
      <dgm:prSet presAssocID="{E8D9A668-7769-4CFB-A674-C6D23AA59253}" presName="compNode" presStyleCnt="0"/>
      <dgm:spPr/>
    </dgm:pt>
    <dgm:pt modelId="{74EB1CA5-D181-4FF3-A339-05EAFDBD6C44}" type="pres">
      <dgm:prSet presAssocID="{E8D9A668-7769-4CFB-A674-C6D23AA59253}" presName="iconBgRect" presStyleLbl="bgShp" presStyleIdx="0" presStyleCnt="4"/>
      <dgm:spPr/>
    </dgm:pt>
    <dgm:pt modelId="{FDC1369B-DE60-4748-B1F0-986135780F3F}" type="pres">
      <dgm:prSet presAssocID="{E8D9A668-7769-4CFB-A674-C6D23AA5925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B925C082-C14F-47CC-A24A-03A852651671}" type="pres">
      <dgm:prSet presAssocID="{E8D9A668-7769-4CFB-A674-C6D23AA59253}" presName="spaceRect" presStyleCnt="0"/>
      <dgm:spPr/>
    </dgm:pt>
    <dgm:pt modelId="{EE94C4AC-2F8F-4E73-A9C1-4C57023723A7}" type="pres">
      <dgm:prSet presAssocID="{E8D9A668-7769-4CFB-A674-C6D23AA59253}" presName="textRect" presStyleLbl="revTx" presStyleIdx="0" presStyleCnt="4">
        <dgm:presLayoutVars>
          <dgm:chMax val="1"/>
          <dgm:chPref val="1"/>
        </dgm:presLayoutVars>
      </dgm:prSet>
      <dgm:spPr/>
    </dgm:pt>
    <dgm:pt modelId="{AD67F490-9965-4009-8BC7-6878E384BE8F}" type="pres">
      <dgm:prSet presAssocID="{A4FFEF04-4127-4C37-BA34-DB36A9748DDE}" presName="sibTrans" presStyleCnt="0"/>
      <dgm:spPr/>
    </dgm:pt>
    <dgm:pt modelId="{385848F8-E39F-494B-B3AA-022F571A9063}" type="pres">
      <dgm:prSet presAssocID="{79B72C01-4CAE-4F65-940B-F90E92680BA5}" presName="compNode" presStyleCnt="0"/>
      <dgm:spPr/>
    </dgm:pt>
    <dgm:pt modelId="{FFD14298-04DF-45C8-8971-E12F9BF6A01F}" type="pres">
      <dgm:prSet presAssocID="{79B72C01-4CAE-4F65-940B-F90E92680BA5}" presName="iconBgRect" presStyleLbl="bgShp" presStyleIdx="1" presStyleCnt="4"/>
      <dgm:spPr/>
    </dgm:pt>
    <dgm:pt modelId="{1E8C8237-6FAB-4C21-8EE4-A489E3754ADA}" type="pres">
      <dgm:prSet presAssocID="{79B72C01-4CAE-4F65-940B-F90E92680BA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jouter"/>
        </a:ext>
      </dgm:extLst>
    </dgm:pt>
    <dgm:pt modelId="{3C3C97B0-199D-4BA3-91CE-EC7F9AE90712}" type="pres">
      <dgm:prSet presAssocID="{79B72C01-4CAE-4F65-940B-F90E92680BA5}" presName="spaceRect" presStyleCnt="0"/>
      <dgm:spPr/>
    </dgm:pt>
    <dgm:pt modelId="{344D393C-B6C2-4FFA-A7FD-B154AE0D20DC}" type="pres">
      <dgm:prSet presAssocID="{79B72C01-4CAE-4F65-940B-F90E92680BA5}" presName="textRect" presStyleLbl="revTx" presStyleIdx="1" presStyleCnt="4">
        <dgm:presLayoutVars>
          <dgm:chMax val="1"/>
          <dgm:chPref val="1"/>
        </dgm:presLayoutVars>
      </dgm:prSet>
      <dgm:spPr/>
    </dgm:pt>
    <dgm:pt modelId="{343F84A9-2629-4D59-9CBB-E9FE656545C2}" type="pres">
      <dgm:prSet presAssocID="{B218AC8C-0D70-4A15-BB10-26B22BD94B6D}" presName="sibTrans" presStyleCnt="0"/>
      <dgm:spPr/>
    </dgm:pt>
    <dgm:pt modelId="{CA22C4F9-CE60-4A03-9757-8CBDACA8A05F}" type="pres">
      <dgm:prSet presAssocID="{E8E2C24A-672C-4FB2-A363-7D1F2FC40BA3}" presName="compNode" presStyleCnt="0"/>
      <dgm:spPr/>
    </dgm:pt>
    <dgm:pt modelId="{A26FA4E1-C481-455F-A0B3-A9DD47960092}" type="pres">
      <dgm:prSet presAssocID="{E8E2C24A-672C-4FB2-A363-7D1F2FC40BA3}" presName="iconBgRect" presStyleLbl="bgShp" presStyleIdx="2" presStyleCnt="4"/>
      <dgm:spPr/>
    </dgm:pt>
    <dgm:pt modelId="{BA3F1891-EEE2-4103-9EB1-5476D6F9FB12}" type="pres">
      <dgm:prSet presAssocID="{E8E2C24A-672C-4FB2-A363-7D1F2FC40BA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utils"/>
        </a:ext>
      </dgm:extLst>
    </dgm:pt>
    <dgm:pt modelId="{F3A5086B-1B66-4999-8224-C348D5B9AEC1}" type="pres">
      <dgm:prSet presAssocID="{E8E2C24A-672C-4FB2-A363-7D1F2FC40BA3}" presName="spaceRect" presStyleCnt="0"/>
      <dgm:spPr/>
    </dgm:pt>
    <dgm:pt modelId="{3C050F4E-D9C9-4488-B878-3F9B6789A616}" type="pres">
      <dgm:prSet presAssocID="{E8E2C24A-672C-4FB2-A363-7D1F2FC40BA3}" presName="textRect" presStyleLbl="revTx" presStyleIdx="2" presStyleCnt="4">
        <dgm:presLayoutVars>
          <dgm:chMax val="1"/>
          <dgm:chPref val="1"/>
        </dgm:presLayoutVars>
      </dgm:prSet>
      <dgm:spPr/>
    </dgm:pt>
    <dgm:pt modelId="{D83085C8-EA5A-4154-97F4-922603647DA0}" type="pres">
      <dgm:prSet presAssocID="{0667B265-DA25-4B30-9E54-A43947F717B8}" presName="sibTrans" presStyleCnt="0"/>
      <dgm:spPr/>
    </dgm:pt>
    <dgm:pt modelId="{12755DF4-F861-4ABA-873B-999F4EF9D233}" type="pres">
      <dgm:prSet presAssocID="{C7FA346D-8CD8-4D23-A586-890AAC1DAC70}" presName="compNode" presStyleCnt="0"/>
      <dgm:spPr/>
    </dgm:pt>
    <dgm:pt modelId="{918EE3D8-B115-488B-A682-2681FA2C6F06}" type="pres">
      <dgm:prSet presAssocID="{C7FA346D-8CD8-4D23-A586-890AAC1DAC70}" presName="iconBgRect" presStyleLbl="bgShp" presStyleIdx="3" presStyleCnt="4"/>
      <dgm:spPr/>
    </dgm:pt>
    <dgm:pt modelId="{E9ADCBC8-9006-4005-AD7C-8AE01E3AF9E1}" type="pres">
      <dgm:prSet presAssocID="{C7FA346D-8CD8-4D23-A586-890AAC1DAC7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DB68AE4B-689B-4002-9A16-D25E1FFFC489}" type="pres">
      <dgm:prSet presAssocID="{C7FA346D-8CD8-4D23-A586-890AAC1DAC70}" presName="spaceRect" presStyleCnt="0"/>
      <dgm:spPr/>
    </dgm:pt>
    <dgm:pt modelId="{3C28C2F7-DE5F-4E12-895D-4E26E0C27AF3}" type="pres">
      <dgm:prSet presAssocID="{C7FA346D-8CD8-4D23-A586-890AAC1DAC7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96D6604-65F7-40D4-BD2A-4F78B09970CE}" type="presOf" srcId="{E8E2C24A-672C-4FB2-A363-7D1F2FC40BA3}" destId="{3C050F4E-D9C9-4488-B878-3F9B6789A616}" srcOrd="0" destOrd="0" presId="urn:microsoft.com/office/officeart/2018/5/layout/IconCircleLabelList"/>
    <dgm:cxn modelId="{E153D116-924C-4F06-94A9-7714433FFCB8}" srcId="{0DBE45F4-01CA-4591-9C58-D99F0091BFCC}" destId="{C7FA346D-8CD8-4D23-A586-890AAC1DAC70}" srcOrd="3" destOrd="0" parTransId="{F323D368-7E61-46C8-8C5E-1FC56A42C8E5}" sibTransId="{E91B7A7A-F697-44EC-8E8A-7AE1FBC3BC11}"/>
    <dgm:cxn modelId="{F988081F-CA0A-4EEF-8742-F6DC765BFF5E}" type="presOf" srcId="{E8D9A668-7769-4CFB-A674-C6D23AA59253}" destId="{EE94C4AC-2F8F-4E73-A9C1-4C57023723A7}" srcOrd="0" destOrd="0" presId="urn:microsoft.com/office/officeart/2018/5/layout/IconCircleLabelList"/>
    <dgm:cxn modelId="{CFD93F67-76AC-467E-83AE-35E529AADD59}" srcId="{0DBE45F4-01CA-4591-9C58-D99F0091BFCC}" destId="{79B72C01-4CAE-4F65-940B-F90E92680BA5}" srcOrd="1" destOrd="0" parTransId="{5F6A7061-91BA-474C-864B-1E75B644A048}" sibTransId="{B218AC8C-0D70-4A15-BB10-26B22BD94B6D}"/>
    <dgm:cxn modelId="{180DF04F-0509-47E5-A383-1563DDF308E9}" srcId="{0DBE45F4-01CA-4591-9C58-D99F0091BFCC}" destId="{E8E2C24A-672C-4FB2-A363-7D1F2FC40BA3}" srcOrd="2" destOrd="0" parTransId="{34D51B9B-76CE-4DE1-BF88-9D660974AAFD}" sibTransId="{0667B265-DA25-4B30-9E54-A43947F717B8}"/>
    <dgm:cxn modelId="{A5601379-CB17-4302-882E-C01B3A33911A}" type="presOf" srcId="{C7FA346D-8CD8-4D23-A586-890AAC1DAC70}" destId="{3C28C2F7-DE5F-4E12-895D-4E26E0C27AF3}" srcOrd="0" destOrd="0" presId="urn:microsoft.com/office/officeart/2018/5/layout/IconCircleLabelList"/>
    <dgm:cxn modelId="{A20A3BA8-0ECA-4A22-9999-41A9464724A5}" type="presOf" srcId="{0DBE45F4-01CA-4591-9C58-D99F0091BFCC}" destId="{2EDAEF75-BE68-4840-ADE6-4251DE604DB1}" srcOrd="0" destOrd="0" presId="urn:microsoft.com/office/officeart/2018/5/layout/IconCircleLabelList"/>
    <dgm:cxn modelId="{D3A0C3C4-F5BC-484E-91CC-FCBD0D09E417}" type="presOf" srcId="{79B72C01-4CAE-4F65-940B-F90E92680BA5}" destId="{344D393C-B6C2-4FFA-A7FD-B154AE0D20DC}" srcOrd="0" destOrd="0" presId="urn:microsoft.com/office/officeart/2018/5/layout/IconCircleLabelList"/>
    <dgm:cxn modelId="{E3982EDC-C1F7-4CE5-868A-B2DAFDE16D9D}" srcId="{0DBE45F4-01CA-4591-9C58-D99F0091BFCC}" destId="{E8D9A668-7769-4CFB-A674-C6D23AA59253}" srcOrd="0" destOrd="0" parTransId="{6D448E76-BCF2-4713-AEE6-E84D1D1FA9B7}" sibTransId="{A4FFEF04-4127-4C37-BA34-DB36A9748DDE}"/>
    <dgm:cxn modelId="{75C7EA1E-7BEA-4C41-8CAA-840B80AF0ED0}" type="presParOf" srcId="{2EDAEF75-BE68-4840-ADE6-4251DE604DB1}" destId="{B1FB0647-F42A-42BA-994D-A071A7D10802}" srcOrd="0" destOrd="0" presId="urn:microsoft.com/office/officeart/2018/5/layout/IconCircleLabelList"/>
    <dgm:cxn modelId="{99B163F1-5004-4C8A-AE0C-299644F4D00C}" type="presParOf" srcId="{B1FB0647-F42A-42BA-994D-A071A7D10802}" destId="{74EB1CA5-D181-4FF3-A339-05EAFDBD6C44}" srcOrd="0" destOrd="0" presId="urn:microsoft.com/office/officeart/2018/5/layout/IconCircleLabelList"/>
    <dgm:cxn modelId="{57FD654C-6A75-4E0E-AC6F-FE8941D99C7C}" type="presParOf" srcId="{B1FB0647-F42A-42BA-994D-A071A7D10802}" destId="{FDC1369B-DE60-4748-B1F0-986135780F3F}" srcOrd="1" destOrd="0" presId="urn:microsoft.com/office/officeart/2018/5/layout/IconCircleLabelList"/>
    <dgm:cxn modelId="{010DC718-5820-446E-B2C0-25AC2AB0734C}" type="presParOf" srcId="{B1FB0647-F42A-42BA-994D-A071A7D10802}" destId="{B925C082-C14F-47CC-A24A-03A852651671}" srcOrd="2" destOrd="0" presId="urn:microsoft.com/office/officeart/2018/5/layout/IconCircleLabelList"/>
    <dgm:cxn modelId="{94AAE990-EAFA-4814-910A-B5B8D1CF33A3}" type="presParOf" srcId="{B1FB0647-F42A-42BA-994D-A071A7D10802}" destId="{EE94C4AC-2F8F-4E73-A9C1-4C57023723A7}" srcOrd="3" destOrd="0" presId="urn:microsoft.com/office/officeart/2018/5/layout/IconCircleLabelList"/>
    <dgm:cxn modelId="{2C1D780F-E527-43B8-B157-713622D38E39}" type="presParOf" srcId="{2EDAEF75-BE68-4840-ADE6-4251DE604DB1}" destId="{AD67F490-9965-4009-8BC7-6878E384BE8F}" srcOrd="1" destOrd="0" presId="urn:microsoft.com/office/officeart/2018/5/layout/IconCircleLabelList"/>
    <dgm:cxn modelId="{5A908DC1-1DC5-4F20-9F81-0F364869E096}" type="presParOf" srcId="{2EDAEF75-BE68-4840-ADE6-4251DE604DB1}" destId="{385848F8-E39F-494B-B3AA-022F571A9063}" srcOrd="2" destOrd="0" presId="urn:microsoft.com/office/officeart/2018/5/layout/IconCircleLabelList"/>
    <dgm:cxn modelId="{C29D473F-3136-4CCC-911B-B395B8D4CF82}" type="presParOf" srcId="{385848F8-E39F-494B-B3AA-022F571A9063}" destId="{FFD14298-04DF-45C8-8971-E12F9BF6A01F}" srcOrd="0" destOrd="0" presId="urn:microsoft.com/office/officeart/2018/5/layout/IconCircleLabelList"/>
    <dgm:cxn modelId="{BE8F9F8C-F80B-4EE6-86B8-F2E237689CE1}" type="presParOf" srcId="{385848F8-E39F-494B-B3AA-022F571A9063}" destId="{1E8C8237-6FAB-4C21-8EE4-A489E3754ADA}" srcOrd="1" destOrd="0" presId="urn:microsoft.com/office/officeart/2018/5/layout/IconCircleLabelList"/>
    <dgm:cxn modelId="{A9CECC47-4783-4F6E-B42E-03E26CE77BB2}" type="presParOf" srcId="{385848F8-E39F-494B-B3AA-022F571A9063}" destId="{3C3C97B0-199D-4BA3-91CE-EC7F9AE90712}" srcOrd="2" destOrd="0" presId="urn:microsoft.com/office/officeart/2018/5/layout/IconCircleLabelList"/>
    <dgm:cxn modelId="{FFEABE1B-CDA2-4D26-86BB-4009B3287FC1}" type="presParOf" srcId="{385848F8-E39F-494B-B3AA-022F571A9063}" destId="{344D393C-B6C2-4FFA-A7FD-B154AE0D20DC}" srcOrd="3" destOrd="0" presId="urn:microsoft.com/office/officeart/2018/5/layout/IconCircleLabelList"/>
    <dgm:cxn modelId="{5107B419-3CD6-4F35-AA3C-4EC069B39D6D}" type="presParOf" srcId="{2EDAEF75-BE68-4840-ADE6-4251DE604DB1}" destId="{343F84A9-2629-4D59-9CBB-E9FE656545C2}" srcOrd="3" destOrd="0" presId="urn:microsoft.com/office/officeart/2018/5/layout/IconCircleLabelList"/>
    <dgm:cxn modelId="{277DFDAC-BB68-459E-AF34-5BD186231962}" type="presParOf" srcId="{2EDAEF75-BE68-4840-ADE6-4251DE604DB1}" destId="{CA22C4F9-CE60-4A03-9757-8CBDACA8A05F}" srcOrd="4" destOrd="0" presId="urn:microsoft.com/office/officeart/2018/5/layout/IconCircleLabelList"/>
    <dgm:cxn modelId="{4C485004-463C-42AD-96D1-205AE02931EC}" type="presParOf" srcId="{CA22C4F9-CE60-4A03-9757-8CBDACA8A05F}" destId="{A26FA4E1-C481-455F-A0B3-A9DD47960092}" srcOrd="0" destOrd="0" presId="urn:microsoft.com/office/officeart/2018/5/layout/IconCircleLabelList"/>
    <dgm:cxn modelId="{40C67EB9-6BAF-4CE4-9347-504B8DD419C3}" type="presParOf" srcId="{CA22C4F9-CE60-4A03-9757-8CBDACA8A05F}" destId="{BA3F1891-EEE2-4103-9EB1-5476D6F9FB12}" srcOrd="1" destOrd="0" presId="urn:microsoft.com/office/officeart/2018/5/layout/IconCircleLabelList"/>
    <dgm:cxn modelId="{2E62072E-E890-4688-B878-F79A7A9AC0FF}" type="presParOf" srcId="{CA22C4F9-CE60-4A03-9757-8CBDACA8A05F}" destId="{F3A5086B-1B66-4999-8224-C348D5B9AEC1}" srcOrd="2" destOrd="0" presId="urn:microsoft.com/office/officeart/2018/5/layout/IconCircleLabelList"/>
    <dgm:cxn modelId="{A5F26082-741E-41F3-9EEF-1BEC6EA619C3}" type="presParOf" srcId="{CA22C4F9-CE60-4A03-9757-8CBDACA8A05F}" destId="{3C050F4E-D9C9-4488-B878-3F9B6789A616}" srcOrd="3" destOrd="0" presId="urn:microsoft.com/office/officeart/2018/5/layout/IconCircleLabelList"/>
    <dgm:cxn modelId="{FC349BF1-2C06-400B-A468-9C49BAAF02EA}" type="presParOf" srcId="{2EDAEF75-BE68-4840-ADE6-4251DE604DB1}" destId="{D83085C8-EA5A-4154-97F4-922603647DA0}" srcOrd="5" destOrd="0" presId="urn:microsoft.com/office/officeart/2018/5/layout/IconCircleLabelList"/>
    <dgm:cxn modelId="{1F31D23A-4AF2-4770-B9FC-533C2BDD9D7D}" type="presParOf" srcId="{2EDAEF75-BE68-4840-ADE6-4251DE604DB1}" destId="{12755DF4-F861-4ABA-873B-999F4EF9D233}" srcOrd="6" destOrd="0" presId="urn:microsoft.com/office/officeart/2018/5/layout/IconCircleLabelList"/>
    <dgm:cxn modelId="{064420FF-ECE2-494E-B6ED-F32ADEE81AD4}" type="presParOf" srcId="{12755DF4-F861-4ABA-873B-999F4EF9D233}" destId="{918EE3D8-B115-488B-A682-2681FA2C6F06}" srcOrd="0" destOrd="0" presId="urn:microsoft.com/office/officeart/2018/5/layout/IconCircleLabelList"/>
    <dgm:cxn modelId="{950E8874-CE8E-44AA-A514-4570849F1286}" type="presParOf" srcId="{12755DF4-F861-4ABA-873B-999F4EF9D233}" destId="{E9ADCBC8-9006-4005-AD7C-8AE01E3AF9E1}" srcOrd="1" destOrd="0" presId="urn:microsoft.com/office/officeart/2018/5/layout/IconCircleLabelList"/>
    <dgm:cxn modelId="{94563336-12A8-4D6A-A716-FA03ABC27CF5}" type="presParOf" srcId="{12755DF4-F861-4ABA-873B-999F4EF9D233}" destId="{DB68AE4B-689B-4002-9A16-D25E1FFFC489}" srcOrd="2" destOrd="0" presId="urn:microsoft.com/office/officeart/2018/5/layout/IconCircleLabelList"/>
    <dgm:cxn modelId="{8EF9574F-D326-456B-AEDC-20FB693D55C8}" type="presParOf" srcId="{12755DF4-F861-4ABA-873B-999F4EF9D233}" destId="{3C28C2F7-DE5F-4E12-895D-4E26E0C27A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6294427-861E-4CC3-BDC3-B96972924A6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9B621BF-7BE7-48EC-9DF4-AB8FD77FF876}">
      <dgm:prSet/>
      <dgm:spPr/>
      <dgm:t>
        <a:bodyPr/>
        <a:lstStyle/>
        <a:p>
          <a:pPr>
            <a:defRPr cap="all"/>
          </a:pPr>
          <a:r>
            <a:rPr lang="en-US"/>
            <a:t>1995 : création</a:t>
          </a:r>
        </a:p>
      </dgm:t>
    </dgm:pt>
    <dgm:pt modelId="{87365296-145B-492B-822D-8F80C66F79AA}" type="parTrans" cxnId="{29167014-12B0-4DF7-B123-AB11DD9817FA}">
      <dgm:prSet/>
      <dgm:spPr/>
      <dgm:t>
        <a:bodyPr/>
        <a:lstStyle/>
        <a:p>
          <a:endParaRPr lang="en-US"/>
        </a:p>
      </dgm:t>
    </dgm:pt>
    <dgm:pt modelId="{97DBCABA-2251-4D62-83C0-24278ADC4CFE}" type="sibTrans" cxnId="{29167014-12B0-4DF7-B123-AB11DD9817FA}">
      <dgm:prSet/>
      <dgm:spPr/>
      <dgm:t>
        <a:bodyPr/>
        <a:lstStyle/>
        <a:p>
          <a:endParaRPr lang="en-US"/>
        </a:p>
      </dgm:t>
    </dgm:pt>
    <dgm:pt modelId="{B0A9D253-03E8-44AE-8348-683C6A508DB3}">
      <dgm:prSet/>
      <dgm:spPr/>
      <dgm:t>
        <a:bodyPr/>
        <a:lstStyle/>
        <a:p>
          <a:pPr>
            <a:defRPr cap="all"/>
          </a:pPr>
          <a:r>
            <a:rPr lang="en-US"/>
            <a:t>1997 : standardisation</a:t>
          </a:r>
        </a:p>
      </dgm:t>
    </dgm:pt>
    <dgm:pt modelId="{D9ADE199-477F-4700-B24E-DA6232121A95}" type="parTrans" cxnId="{AC417AA6-3C39-4FFD-BCA7-454CEBA5A061}">
      <dgm:prSet/>
      <dgm:spPr/>
      <dgm:t>
        <a:bodyPr/>
        <a:lstStyle/>
        <a:p>
          <a:endParaRPr lang="en-US"/>
        </a:p>
      </dgm:t>
    </dgm:pt>
    <dgm:pt modelId="{53565A0A-96D0-41BA-80B7-93453E5DE828}" type="sibTrans" cxnId="{AC417AA6-3C39-4FFD-BCA7-454CEBA5A061}">
      <dgm:prSet/>
      <dgm:spPr/>
      <dgm:t>
        <a:bodyPr/>
        <a:lstStyle/>
        <a:p>
          <a:endParaRPr lang="en-US"/>
        </a:p>
      </dgm:t>
    </dgm:pt>
    <dgm:pt modelId="{911A9FED-D5E1-42AB-8D02-28C876A41BE7}">
      <dgm:prSet/>
      <dgm:spPr/>
      <dgm:t>
        <a:bodyPr/>
        <a:lstStyle/>
        <a:p>
          <a:pPr>
            <a:defRPr cap="all"/>
          </a:pPr>
          <a:r>
            <a:rPr lang="en-US"/>
            <a:t>ES6 : grandes nouveautés</a:t>
          </a:r>
        </a:p>
      </dgm:t>
    </dgm:pt>
    <dgm:pt modelId="{9CFDFD85-565F-4B75-AAA3-57A9B5699232}" type="parTrans" cxnId="{82576A99-A88B-4A38-BEF8-559B6D5352AD}">
      <dgm:prSet/>
      <dgm:spPr/>
      <dgm:t>
        <a:bodyPr/>
        <a:lstStyle/>
        <a:p>
          <a:endParaRPr lang="en-US"/>
        </a:p>
      </dgm:t>
    </dgm:pt>
    <dgm:pt modelId="{F965D43F-0F7A-4F4C-B382-F6BA6F88C5FD}" type="sibTrans" cxnId="{82576A99-A88B-4A38-BEF8-559B6D5352AD}">
      <dgm:prSet/>
      <dgm:spPr/>
      <dgm:t>
        <a:bodyPr/>
        <a:lstStyle/>
        <a:p>
          <a:endParaRPr lang="en-US"/>
        </a:p>
      </dgm:t>
    </dgm:pt>
    <dgm:pt modelId="{992DFE09-00EF-48CC-99F5-31D6B3EED511}">
      <dgm:prSet/>
      <dgm:spPr/>
      <dgm:t>
        <a:bodyPr/>
        <a:lstStyle/>
        <a:p>
          <a:pPr>
            <a:defRPr cap="all"/>
          </a:pPr>
          <a:r>
            <a:rPr lang="en-US"/>
            <a:t>Aujourd’hui : utilisé partout (web, serveur, apps)</a:t>
          </a:r>
        </a:p>
      </dgm:t>
    </dgm:pt>
    <dgm:pt modelId="{444E76CB-C634-4F03-9357-F42D15069DA3}" type="parTrans" cxnId="{A3C51944-B676-4902-AB8F-88FE3C6905F9}">
      <dgm:prSet/>
      <dgm:spPr/>
      <dgm:t>
        <a:bodyPr/>
        <a:lstStyle/>
        <a:p>
          <a:endParaRPr lang="en-US"/>
        </a:p>
      </dgm:t>
    </dgm:pt>
    <dgm:pt modelId="{45E56AE6-99D7-465C-9054-8520B36604C8}" type="sibTrans" cxnId="{A3C51944-B676-4902-AB8F-88FE3C6905F9}">
      <dgm:prSet/>
      <dgm:spPr/>
      <dgm:t>
        <a:bodyPr/>
        <a:lstStyle/>
        <a:p>
          <a:endParaRPr lang="en-US"/>
        </a:p>
      </dgm:t>
    </dgm:pt>
    <dgm:pt modelId="{B0DEB3B0-73B8-42F1-A7B8-9CAE22028215}" type="pres">
      <dgm:prSet presAssocID="{16294427-861E-4CC3-BDC3-B96972924A68}" presName="root" presStyleCnt="0">
        <dgm:presLayoutVars>
          <dgm:dir/>
          <dgm:resizeHandles val="exact"/>
        </dgm:presLayoutVars>
      </dgm:prSet>
      <dgm:spPr/>
    </dgm:pt>
    <dgm:pt modelId="{E96083C1-348F-46D2-BC33-1813053F9F7A}" type="pres">
      <dgm:prSet presAssocID="{D9B621BF-7BE7-48EC-9DF4-AB8FD77FF876}" presName="compNode" presStyleCnt="0"/>
      <dgm:spPr/>
    </dgm:pt>
    <dgm:pt modelId="{C89BA916-4E1C-401F-8464-E8B05CF7CA3D}" type="pres">
      <dgm:prSet presAssocID="{D9B621BF-7BE7-48EC-9DF4-AB8FD77FF876}" presName="iconBgRect" presStyleLbl="bgShp" presStyleIdx="0" presStyleCnt="4"/>
      <dgm:spPr/>
    </dgm:pt>
    <dgm:pt modelId="{C867DCC1-0F73-4E9E-B36E-F84A1C8846B8}" type="pres">
      <dgm:prSet presAssocID="{D9B621BF-7BE7-48EC-9DF4-AB8FD77FF87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3E8ECBFC-F7C1-410D-B3EB-6BB3F618FD7D}" type="pres">
      <dgm:prSet presAssocID="{D9B621BF-7BE7-48EC-9DF4-AB8FD77FF876}" presName="spaceRect" presStyleCnt="0"/>
      <dgm:spPr/>
    </dgm:pt>
    <dgm:pt modelId="{6F67791B-4456-49A0-91C6-2AC365040F25}" type="pres">
      <dgm:prSet presAssocID="{D9B621BF-7BE7-48EC-9DF4-AB8FD77FF876}" presName="textRect" presStyleLbl="revTx" presStyleIdx="0" presStyleCnt="4">
        <dgm:presLayoutVars>
          <dgm:chMax val="1"/>
          <dgm:chPref val="1"/>
        </dgm:presLayoutVars>
      </dgm:prSet>
      <dgm:spPr/>
    </dgm:pt>
    <dgm:pt modelId="{A1B2D5D7-5121-47B6-AC1A-CACCB3C2C816}" type="pres">
      <dgm:prSet presAssocID="{97DBCABA-2251-4D62-83C0-24278ADC4CFE}" presName="sibTrans" presStyleCnt="0"/>
      <dgm:spPr/>
    </dgm:pt>
    <dgm:pt modelId="{CE5DDB8A-9ED1-4497-B1AE-77DAE15315EE}" type="pres">
      <dgm:prSet presAssocID="{B0A9D253-03E8-44AE-8348-683C6A508DB3}" presName="compNode" presStyleCnt="0"/>
      <dgm:spPr/>
    </dgm:pt>
    <dgm:pt modelId="{AFA27BFD-D390-4BC6-8C48-750F5CCE559B}" type="pres">
      <dgm:prSet presAssocID="{B0A9D253-03E8-44AE-8348-683C6A508DB3}" presName="iconBgRect" presStyleLbl="bgShp" presStyleIdx="1" presStyleCnt="4"/>
      <dgm:spPr/>
    </dgm:pt>
    <dgm:pt modelId="{9E385A13-DFFA-4DD9-B495-AA1885565937}" type="pres">
      <dgm:prSet presAssocID="{B0A9D253-03E8-44AE-8348-683C6A508DB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6FB2AC28-A5F4-4256-BBDA-8D5921041F55}" type="pres">
      <dgm:prSet presAssocID="{B0A9D253-03E8-44AE-8348-683C6A508DB3}" presName="spaceRect" presStyleCnt="0"/>
      <dgm:spPr/>
    </dgm:pt>
    <dgm:pt modelId="{E23B2A90-1515-4C08-93BF-DCA65D912A34}" type="pres">
      <dgm:prSet presAssocID="{B0A9D253-03E8-44AE-8348-683C6A508DB3}" presName="textRect" presStyleLbl="revTx" presStyleIdx="1" presStyleCnt="4">
        <dgm:presLayoutVars>
          <dgm:chMax val="1"/>
          <dgm:chPref val="1"/>
        </dgm:presLayoutVars>
      </dgm:prSet>
      <dgm:spPr/>
    </dgm:pt>
    <dgm:pt modelId="{CDCE70F4-9523-4AE7-8F49-CA74108C218F}" type="pres">
      <dgm:prSet presAssocID="{53565A0A-96D0-41BA-80B7-93453E5DE828}" presName="sibTrans" presStyleCnt="0"/>
      <dgm:spPr/>
    </dgm:pt>
    <dgm:pt modelId="{6C7D496A-2855-4519-8A36-6B73F388ACD7}" type="pres">
      <dgm:prSet presAssocID="{911A9FED-D5E1-42AB-8D02-28C876A41BE7}" presName="compNode" presStyleCnt="0"/>
      <dgm:spPr/>
    </dgm:pt>
    <dgm:pt modelId="{F37B4786-D67E-4AB4-956A-0EE5CCD70D9D}" type="pres">
      <dgm:prSet presAssocID="{911A9FED-D5E1-42AB-8D02-28C876A41BE7}" presName="iconBgRect" presStyleLbl="bgShp" presStyleIdx="2" presStyleCnt="4"/>
      <dgm:spPr/>
    </dgm:pt>
    <dgm:pt modelId="{CD8DA00F-27CB-47E3-9C61-DFFF1E8D6900}" type="pres">
      <dgm:prSet presAssocID="{911A9FED-D5E1-42AB-8D02-28C876A41BE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urnal"/>
        </a:ext>
      </dgm:extLst>
    </dgm:pt>
    <dgm:pt modelId="{329564F2-C8E6-4BD7-A1B5-5CDA0777893B}" type="pres">
      <dgm:prSet presAssocID="{911A9FED-D5E1-42AB-8D02-28C876A41BE7}" presName="spaceRect" presStyleCnt="0"/>
      <dgm:spPr/>
    </dgm:pt>
    <dgm:pt modelId="{000808DF-BCF5-443D-9D34-6A4F7F8F6312}" type="pres">
      <dgm:prSet presAssocID="{911A9FED-D5E1-42AB-8D02-28C876A41BE7}" presName="textRect" presStyleLbl="revTx" presStyleIdx="2" presStyleCnt="4">
        <dgm:presLayoutVars>
          <dgm:chMax val="1"/>
          <dgm:chPref val="1"/>
        </dgm:presLayoutVars>
      </dgm:prSet>
      <dgm:spPr/>
    </dgm:pt>
    <dgm:pt modelId="{554EACEA-DE6B-49E3-8A82-FFB4814B12AB}" type="pres">
      <dgm:prSet presAssocID="{F965D43F-0F7A-4F4C-B382-F6BA6F88C5FD}" presName="sibTrans" presStyleCnt="0"/>
      <dgm:spPr/>
    </dgm:pt>
    <dgm:pt modelId="{C79F8688-CAE4-492E-8674-21762C69539C}" type="pres">
      <dgm:prSet presAssocID="{992DFE09-00EF-48CC-99F5-31D6B3EED511}" presName="compNode" presStyleCnt="0"/>
      <dgm:spPr/>
    </dgm:pt>
    <dgm:pt modelId="{C8A11837-DA0D-4D2E-81C7-2B3809F2CE79}" type="pres">
      <dgm:prSet presAssocID="{992DFE09-00EF-48CC-99F5-31D6B3EED511}" presName="iconBgRect" presStyleLbl="bgShp" presStyleIdx="3" presStyleCnt="4"/>
      <dgm:spPr/>
    </dgm:pt>
    <dgm:pt modelId="{8D90605D-40E0-4AEA-904A-97EE2BFAFDF9}" type="pres">
      <dgm:prSet presAssocID="{992DFE09-00EF-48CC-99F5-31D6B3EED51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ur"/>
        </a:ext>
      </dgm:extLst>
    </dgm:pt>
    <dgm:pt modelId="{C0B73294-BEA3-47EF-9F92-25E7DF663246}" type="pres">
      <dgm:prSet presAssocID="{992DFE09-00EF-48CC-99F5-31D6B3EED511}" presName="spaceRect" presStyleCnt="0"/>
      <dgm:spPr/>
    </dgm:pt>
    <dgm:pt modelId="{D197926C-BDBA-43C7-9C48-386B85B6BCD2}" type="pres">
      <dgm:prSet presAssocID="{992DFE09-00EF-48CC-99F5-31D6B3EED51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9167014-12B0-4DF7-B123-AB11DD9817FA}" srcId="{16294427-861E-4CC3-BDC3-B96972924A68}" destId="{D9B621BF-7BE7-48EC-9DF4-AB8FD77FF876}" srcOrd="0" destOrd="0" parTransId="{87365296-145B-492B-822D-8F80C66F79AA}" sibTransId="{97DBCABA-2251-4D62-83C0-24278ADC4CFE}"/>
    <dgm:cxn modelId="{A3C51944-B676-4902-AB8F-88FE3C6905F9}" srcId="{16294427-861E-4CC3-BDC3-B96972924A68}" destId="{992DFE09-00EF-48CC-99F5-31D6B3EED511}" srcOrd="3" destOrd="0" parTransId="{444E76CB-C634-4F03-9357-F42D15069DA3}" sibTransId="{45E56AE6-99D7-465C-9054-8520B36604C8}"/>
    <dgm:cxn modelId="{B390E88B-B44F-483C-A983-28B6302AE7D2}" type="presOf" srcId="{B0A9D253-03E8-44AE-8348-683C6A508DB3}" destId="{E23B2A90-1515-4C08-93BF-DCA65D912A34}" srcOrd="0" destOrd="0" presId="urn:microsoft.com/office/officeart/2018/5/layout/IconCircleLabelList"/>
    <dgm:cxn modelId="{9A30128E-3155-42C5-84A4-8A8EF9469906}" type="presOf" srcId="{D9B621BF-7BE7-48EC-9DF4-AB8FD77FF876}" destId="{6F67791B-4456-49A0-91C6-2AC365040F25}" srcOrd="0" destOrd="0" presId="urn:microsoft.com/office/officeart/2018/5/layout/IconCircleLabelList"/>
    <dgm:cxn modelId="{14122795-969B-48FD-87BD-FD7E30CCB2BB}" type="presOf" srcId="{911A9FED-D5E1-42AB-8D02-28C876A41BE7}" destId="{000808DF-BCF5-443D-9D34-6A4F7F8F6312}" srcOrd="0" destOrd="0" presId="urn:microsoft.com/office/officeart/2018/5/layout/IconCircleLabelList"/>
    <dgm:cxn modelId="{82576A99-A88B-4A38-BEF8-559B6D5352AD}" srcId="{16294427-861E-4CC3-BDC3-B96972924A68}" destId="{911A9FED-D5E1-42AB-8D02-28C876A41BE7}" srcOrd="2" destOrd="0" parTransId="{9CFDFD85-565F-4B75-AAA3-57A9B5699232}" sibTransId="{F965D43F-0F7A-4F4C-B382-F6BA6F88C5FD}"/>
    <dgm:cxn modelId="{AC417AA6-3C39-4FFD-BCA7-454CEBA5A061}" srcId="{16294427-861E-4CC3-BDC3-B96972924A68}" destId="{B0A9D253-03E8-44AE-8348-683C6A508DB3}" srcOrd="1" destOrd="0" parTransId="{D9ADE199-477F-4700-B24E-DA6232121A95}" sibTransId="{53565A0A-96D0-41BA-80B7-93453E5DE828}"/>
    <dgm:cxn modelId="{2E9343B6-60A8-4D7D-A192-DBA69736D3BF}" type="presOf" srcId="{992DFE09-00EF-48CC-99F5-31D6B3EED511}" destId="{D197926C-BDBA-43C7-9C48-386B85B6BCD2}" srcOrd="0" destOrd="0" presId="urn:microsoft.com/office/officeart/2018/5/layout/IconCircleLabelList"/>
    <dgm:cxn modelId="{A01BC1EA-39F2-40BD-956C-5FBA5F9B361F}" type="presOf" srcId="{16294427-861E-4CC3-BDC3-B96972924A68}" destId="{B0DEB3B0-73B8-42F1-A7B8-9CAE22028215}" srcOrd="0" destOrd="0" presId="urn:microsoft.com/office/officeart/2018/5/layout/IconCircleLabelList"/>
    <dgm:cxn modelId="{4E691A7A-C6A3-4230-A15C-50717DECCDFE}" type="presParOf" srcId="{B0DEB3B0-73B8-42F1-A7B8-9CAE22028215}" destId="{E96083C1-348F-46D2-BC33-1813053F9F7A}" srcOrd="0" destOrd="0" presId="urn:microsoft.com/office/officeart/2018/5/layout/IconCircleLabelList"/>
    <dgm:cxn modelId="{F2BC4145-4DC9-4466-98F7-20C228AE3A35}" type="presParOf" srcId="{E96083C1-348F-46D2-BC33-1813053F9F7A}" destId="{C89BA916-4E1C-401F-8464-E8B05CF7CA3D}" srcOrd="0" destOrd="0" presId="urn:microsoft.com/office/officeart/2018/5/layout/IconCircleLabelList"/>
    <dgm:cxn modelId="{1D7FAA65-AD74-48F7-B868-033088EB0085}" type="presParOf" srcId="{E96083C1-348F-46D2-BC33-1813053F9F7A}" destId="{C867DCC1-0F73-4E9E-B36E-F84A1C8846B8}" srcOrd="1" destOrd="0" presId="urn:microsoft.com/office/officeart/2018/5/layout/IconCircleLabelList"/>
    <dgm:cxn modelId="{B0D1CB33-6A99-478B-86F2-C520FE5C2A4E}" type="presParOf" srcId="{E96083C1-348F-46D2-BC33-1813053F9F7A}" destId="{3E8ECBFC-F7C1-410D-B3EB-6BB3F618FD7D}" srcOrd="2" destOrd="0" presId="urn:microsoft.com/office/officeart/2018/5/layout/IconCircleLabelList"/>
    <dgm:cxn modelId="{42D6C135-4157-46B4-8AF7-12EF6A757C1F}" type="presParOf" srcId="{E96083C1-348F-46D2-BC33-1813053F9F7A}" destId="{6F67791B-4456-49A0-91C6-2AC365040F25}" srcOrd="3" destOrd="0" presId="urn:microsoft.com/office/officeart/2018/5/layout/IconCircleLabelList"/>
    <dgm:cxn modelId="{8ED5DB0D-90C6-40E8-BFB8-AB5FF8DCF09F}" type="presParOf" srcId="{B0DEB3B0-73B8-42F1-A7B8-9CAE22028215}" destId="{A1B2D5D7-5121-47B6-AC1A-CACCB3C2C816}" srcOrd="1" destOrd="0" presId="urn:microsoft.com/office/officeart/2018/5/layout/IconCircleLabelList"/>
    <dgm:cxn modelId="{3FDEB51B-6EFC-48FA-B058-8FAAC92AAAE2}" type="presParOf" srcId="{B0DEB3B0-73B8-42F1-A7B8-9CAE22028215}" destId="{CE5DDB8A-9ED1-4497-B1AE-77DAE15315EE}" srcOrd="2" destOrd="0" presId="urn:microsoft.com/office/officeart/2018/5/layout/IconCircleLabelList"/>
    <dgm:cxn modelId="{78F5A9CD-4E50-405C-AA45-F19B2BB42E22}" type="presParOf" srcId="{CE5DDB8A-9ED1-4497-B1AE-77DAE15315EE}" destId="{AFA27BFD-D390-4BC6-8C48-750F5CCE559B}" srcOrd="0" destOrd="0" presId="urn:microsoft.com/office/officeart/2018/5/layout/IconCircleLabelList"/>
    <dgm:cxn modelId="{0D6BDA56-1CC6-4614-9FEB-679AC261B719}" type="presParOf" srcId="{CE5DDB8A-9ED1-4497-B1AE-77DAE15315EE}" destId="{9E385A13-DFFA-4DD9-B495-AA1885565937}" srcOrd="1" destOrd="0" presId="urn:microsoft.com/office/officeart/2018/5/layout/IconCircleLabelList"/>
    <dgm:cxn modelId="{3072B1D1-1677-4716-81C3-15E1B0E6E751}" type="presParOf" srcId="{CE5DDB8A-9ED1-4497-B1AE-77DAE15315EE}" destId="{6FB2AC28-A5F4-4256-BBDA-8D5921041F55}" srcOrd="2" destOrd="0" presId="urn:microsoft.com/office/officeart/2018/5/layout/IconCircleLabelList"/>
    <dgm:cxn modelId="{F27FD67C-D299-418F-80D5-726F7803E831}" type="presParOf" srcId="{CE5DDB8A-9ED1-4497-B1AE-77DAE15315EE}" destId="{E23B2A90-1515-4C08-93BF-DCA65D912A34}" srcOrd="3" destOrd="0" presId="urn:microsoft.com/office/officeart/2018/5/layout/IconCircleLabelList"/>
    <dgm:cxn modelId="{C5B92E78-4663-4E3E-BFA7-34FD444B878C}" type="presParOf" srcId="{B0DEB3B0-73B8-42F1-A7B8-9CAE22028215}" destId="{CDCE70F4-9523-4AE7-8F49-CA74108C218F}" srcOrd="3" destOrd="0" presId="urn:microsoft.com/office/officeart/2018/5/layout/IconCircleLabelList"/>
    <dgm:cxn modelId="{998BFD72-4868-456B-8DFD-ED6B3A94DE4F}" type="presParOf" srcId="{B0DEB3B0-73B8-42F1-A7B8-9CAE22028215}" destId="{6C7D496A-2855-4519-8A36-6B73F388ACD7}" srcOrd="4" destOrd="0" presId="urn:microsoft.com/office/officeart/2018/5/layout/IconCircleLabelList"/>
    <dgm:cxn modelId="{C47A7B84-3FE9-4468-B865-C5CD08865D01}" type="presParOf" srcId="{6C7D496A-2855-4519-8A36-6B73F388ACD7}" destId="{F37B4786-D67E-4AB4-956A-0EE5CCD70D9D}" srcOrd="0" destOrd="0" presId="urn:microsoft.com/office/officeart/2018/5/layout/IconCircleLabelList"/>
    <dgm:cxn modelId="{B10C54ED-C5B6-4220-8C8D-225C28F10ABC}" type="presParOf" srcId="{6C7D496A-2855-4519-8A36-6B73F388ACD7}" destId="{CD8DA00F-27CB-47E3-9C61-DFFF1E8D6900}" srcOrd="1" destOrd="0" presId="urn:microsoft.com/office/officeart/2018/5/layout/IconCircleLabelList"/>
    <dgm:cxn modelId="{F7DBF5D5-A574-4054-9607-1D4E642C6F07}" type="presParOf" srcId="{6C7D496A-2855-4519-8A36-6B73F388ACD7}" destId="{329564F2-C8E6-4BD7-A1B5-5CDA0777893B}" srcOrd="2" destOrd="0" presId="urn:microsoft.com/office/officeart/2018/5/layout/IconCircleLabelList"/>
    <dgm:cxn modelId="{60F2C7E4-D80E-4C1B-AB3C-95A93CBBCFDD}" type="presParOf" srcId="{6C7D496A-2855-4519-8A36-6B73F388ACD7}" destId="{000808DF-BCF5-443D-9D34-6A4F7F8F6312}" srcOrd="3" destOrd="0" presId="urn:microsoft.com/office/officeart/2018/5/layout/IconCircleLabelList"/>
    <dgm:cxn modelId="{2D5D9A11-945E-4918-9D2D-42A41B6CCDDB}" type="presParOf" srcId="{B0DEB3B0-73B8-42F1-A7B8-9CAE22028215}" destId="{554EACEA-DE6B-49E3-8A82-FFB4814B12AB}" srcOrd="5" destOrd="0" presId="urn:microsoft.com/office/officeart/2018/5/layout/IconCircleLabelList"/>
    <dgm:cxn modelId="{9DBB33F5-B131-4873-AEF4-2FA745C26E91}" type="presParOf" srcId="{B0DEB3B0-73B8-42F1-A7B8-9CAE22028215}" destId="{C79F8688-CAE4-492E-8674-21762C69539C}" srcOrd="6" destOrd="0" presId="urn:microsoft.com/office/officeart/2018/5/layout/IconCircleLabelList"/>
    <dgm:cxn modelId="{FB405C22-47AD-45F1-8C44-314036D241BE}" type="presParOf" srcId="{C79F8688-CAE4-492E-8674-21762C69539C}" destId="{C8A11837-DA0D-4D2E-81C7-2B3809F2CE79}" srcOrd="0" destOrd="0" presId="urn:microsoft.com/office/officeart/2018/5/layout/IconCircleLabelList"/>
    <dgm:cxn modelId="{56B33646-71D9-4277-B20B-0C7A2EFEC89E}" type="presParOf" srcId="{C79F8688-CAE4-492E-8674-21762C69539C}" destId="{8D90605D-40E0-4AEA-904A-97EE2BFAFDF9}" srcOrd="1" destOrd="0" presId="urn:microsoft.com/office/officeart/2018/5/layout/IconCircleLabelList"/>
    <dgm:cxn modelId="{A0596F5C-FB96-4A3F-AEFA-CC26FEA595B7}" type="presParOf" srcId="{C79F8688-CAE4-492E-8674-21762C69539C}" destId="{C0B73294-BEA3-47EF-9F92-25E7DF663246}" srcOrd="2" destOrd="0" presId="urn:microsoft.com/office/officeart/2018/5/layout/IconCircleLabelList"/>
    <dgm:cxn modelId="{EFC6F791-2DE0-4D71-AB87-D7BDDC3B8399}" type="presParOf" srcId="{C79F8688-CAE4-492E-8674-21762C69539C}" destId="{D197926C-BDBA-43C7-9C48-386B85B6BCD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3A6F6-B233-4EBE-A3EA-E2EFE207CFC2}">
      <dsp:nvSpPr>
        <dsp:cNvPr id="0" name=""/>
        <dsp:cNvSpPr/>
      </dsp:nvSpPr>
      <dsp:spPr>
        <a:xfrm>
          <a:off x="863859" y="512123"/>
          <a:ext cx="1341562" cy="134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4338F-042C-4C72-B47B-526B48558A78}">
      <dsp:nvSpPr>
        <dsp:cNvPr id="0" name=""/>
        <dsp:cNvSpPr/>
      </dsp:nvSpPr>
      <dsp:spPr>
        <a:xfrm>
          <a:off x="44015" y="2217514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JavaScript est principalement interprété.</a:t>
          </a:r>
        </a:p>
      </dsp:txBody>
      <dsp:txXfrm>
        <a:off x="44015" y="2217514"/>
        <a:ext cx="2981250" cy="720000"/>
      </dsp:txXfrm>
    </dsp:sp>
    <dsp:sp modelId="{933B950B-C5FA-4401-BF7A-BF8FAB20C01F}">
      <dsp:nvSpPr>
        <dsp:cNvPr id="0" name=""/>
        <dsp:cNvSpPr/>
      </dsp:nvSpPr>
      <dsp:spPr>
        <a:xfrm>
          <a:off x="4366828" y="512123"/>
          <a:ext cx="1341562" cy="134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5068E-5C44-45BD-BFAB-D355128BF3C6}">
      <dsp:nvSpPr>
        <dsp:cNvPr id="0" name=""/>
        <dsp:cNvSpPr/>
      </dsp:nvSpPr>
      <dsp:spPr>
        <a:xfrm>
          <a:off x="3546984" y="2217514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Aujourd’hui, il utilise aussi la compilation JIT pour améliorer les performances.</a:t>
          </a:r>
        </a:p>
      </dsp:txBody>
      <dsp:txXfrm>
        <a:off x="3546984" y="2217514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2488C-1D63-4DC5-83B2-3A5398D8238A}">
      <dsp:nvSpPr>
        <dsp:cNvPr id="0" name=""/>
        <dsp:cNvSpPr/>
      </dsp:nvSpPr>
      <dsp:spPr>
        <a:xfrm>
          <a:off x="2020491" y="466239"/>
          <a:ext cx="3598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894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676" y="510007"/>
        <a:ext cx="19524" cy="3904"/>
      </dsp:txXfrm>
    </dsp:sp>
    <dsp:sp modelId="{2C47E804-9000-40B3-AD4D-5FFC84DD4309}">
      <dsp:nvSpPr>
        <dsp:cNvPr id="0" name=""/>
        <dsp:cNvSpPr/>
      </dsp:nvSpPr>
      <dsp:spPr>
        <a:xfrm>
          <a:off x="324488" y="2618"/>
          <a:ext cx="1697803" cy="101868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Avantages :</a:t>
          </a:r>
          <a:endParaRPr lang="en-US" sz="1900" kern="1200"/>
        </a:p>
      </dsp:txBody>
      <dsp:txXfrm>
        <a:off x="324488" y="2618"/>
        <a:ext cx="1697803" cy="1018681"/>
      </dsp:txXfrm>
    </dsp:sp>
    <dsp:sp modelId="{3F0FB54E-E2FD-4200-9CE7-49E0B137B9B3}">
      <dsp:nvSpPr>
        <dsp:cNvPr id="0" name=""/>
        <dsp:cNvSpPr/>
      </dsp:nvSpPr>
      <dsp:spPr>
        <a:xfrm>
          <a:off x="1173389" y="1019500"/>
          <a:ext cx="2088298" cy="359894"/>
        </a:xfrm>
        <a:custGeom>
          <a:avLst/>
          <a:gdLst/>
          <a:ahLst/>
          <a:cxnLst/>
          <a:rect l="0" t="0" r="0" b="0"/>
          <a:pathLst>
            <a:path>
              <a:moveTo>
                <a:pt x="2088298" y="0"/>
              </a:moveTo>
              <a:lnTo>
                <a:pt x="2088298" y="197047"/>
              </a:lnTo>
              <a:lnTo>
                <a:pt x="0" y="197047"/>
              </a:lnTo>
              <a:lnTo>
                <a:pt x="0" y="359894"/>
              </a:lnTo>
            </a:path>
          </a:pathLst>
        </a:custGeom>
        <a:noFill/>
        <a:ln w="9525" cap="flat" cmpd="sng" algn="ctr">
          <a:solidFill>
            <a:schemeClr val="accent5">
              <a:hueOff val="-280772"/>
              <a:satOff val="-1324"/>
              <a:lumOff val="32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4426" y="1197495"/>
        <a:ext cx="106224" cy="3904"/>
      </dsp:txXfrm>
    </dsp:sp>
    <dsp:sp modelId="{83FC23BD-F9AF-412C-8923-0D344FCF13B6}">
      <dsp:nvSpPr>
        <dsp:cNvPr id="0" name=""/>
        <dsp:cNvSpPr/>
      </dsp:nvSpPr>
      <dsp:spPr>
        <a:xfrm>
          <a:off x="2412786" y="2618"/>
          <a:ext cx="1697803" cy="1018681"/>
        </a:xfrm>
        <a:prstGeom prst="rect">
          <a:avLst/>
        </a:prstGeom>
        <a:solidFill>
          <a:schemeClr val="accent5">
            <a:hueOff val="-240662"/>
            <a:satOff val="-1135"/>
            <a:lumOff val="28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Rapide</a:t>
          </a:r>
          <a:endParaRPr lang="en-US" sz="1900" kern="1200"/>
        </a:p>
      </dsp:txBody>
      <dsp:txXfrm>
        <a:off x="2412786" y="2618"/>
        <a:ext cx="1697803" cy="1018681"/>
      </dsp:txXfrm>
    </dsp:sp>
    <dsp:sp modelId="{117A07B9-C7A7-40A1-8C1F-7EEA6F0D97E4}">
      <dsp:nvSpPr>
        <dsp:cNvPr id="0" name=""/>
        <dsp:cNvSpPr/>
      </dsp:nvSpPr>
      <dsp:spPr>
        <a:xfrm>
          <a:off x="2020491" y="1875416"/>
          <a:ext cx="3598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894" y="45720"/>
              </a:lnTo>
            </a:path>
          </a:pathLst>
        </a:custGeom>
        <a:noFill/>
        <a:ln w="9525" cap="flat" cmpd="sng" algn="ctr">
          <a:solidFill>
            <a:schemeClr val="accent5">
              <a:hueOff val="-561544"/>
              <a:satOff val="-2648"/>
              <a:lumOff val="65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676" y="1919184"/>
        <a:ext cx="19524" cy="3904"/>
      </dsp:txXfrm>
    </dsp:sp>
    <dsp:sp modelId="{2BBB8CD8-A97A-43DC-A10F-DD0831C0D467}">
      <dsp:nvSpPr>
        <dsp:cNvPr id="0" name=""/>
        <dsp:cNvSpPr/>
      </dsp:nvSpPr>
      <dsp:spPr>
        <a:xfrm>
          <a:off x="324488" y="1411795"/>
          <a:ext cx="1697803" cy="1018681"/>
        </a:xfrm>
        <a:prstGeom prst="rect">
          <a:avLst/>
        </a:prstGeom>
        <a:solidFill>
          <a:schemeClr val="accent5">
            <a:hueOff val="-481323"/>
            <a:satOff val="-2270"/>
            <a:lumOff val="5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Détection d’erreurs avant exécution</a:t>
          </a:r>
          <a:endParaRPr lang="en-US" sz="1900" kern="1200"/>
        </a:p>
      </dsp:txBody>
      <dsp:txXfrm>
        <a:off x="324488" y="1411795"/>
        <a:ext cx="1697803" cy="1018681"/>
      </dsp:txXfrm>
    </dsp:sp>
    <dsp:sp modelId="{EDCBC888-DA22-4572-B768-38941D72B9D1}">
      <dsp:nvSpPr>
        <dsp:cNvPr id="0" name=""/>
        <dsp:cNvSpPr/>
      </dsp:nvSpPr>
      <dsp:spPr>
        <a:xfrm>
          <a:off x="1173389" y="2428677"/>
          <a:ext cx="2088298" cy="359894"/>
        </a:xfrm>
        <a:custGeom>
          <a:avLst/>
          <a:gdLst/>
          <a:ahLst/>
          <a:cxnLst/>
          <a:rect l="0" t="0" r="0" b="0"/>
          <a:pathLst>
            <a:path>
              <a:moveTo>
                <a:pt x="2088298" y="0"/>
              </a:moveTo>
              <a:lnTo>
                <a:pt x="2088298" y="197047"/>
              </a:lnTo>
              <a:lnTo>
                <a:pt x="0" y="197047"/>
              </a:lnTo>
              <a:lnTo>
                <a:pt x="0" y="359894"/>
              </a:lnTo>
            </a:path>
          </a:pathLst>
        </a:custGeom>
        <a:noFill/>
        <a:ln w="9525" cap="flat" cmpd="sng" algn="ctr">
          <a:solidFill>
            <a:schemeClr val="accent5">
              <a:hueOff val="-842315"/>
              <a:satOff val="-3972"/>
              <a:lumOff val="98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4426" y="2606672"/>
        <a:ext cx="106224" cy="3904"/>
      </dsp:txXfrm>
    </dsp:sp>
    <dsp:sp modelId="{57C3FE46-5609-4D92-ACE2-6E9CB3DB1FF7}">
      <dsp:nvSpPr>
        <dsp:cNvPr id="0" name=""/>
        <dsp:cNvSpPr/>
      </dsp:nvSpPr>
      <dsp:spPr>
        <a:xfrm>
          <a:off x="2412786" y="1411795"/>
          <a:ext cx="1697803" cy="1018681"/>
        </a:xfrm>
        <a:prstGeom prst="rect">
          <a:avLst/>
        </a:prstGeom>
        <a:solidFill>
          <a:schemeClr val="accent5">
            <a:hueOff val="-721985"/>
            <a:satOff val="-3405"/>
            <a:lumOff val="84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Optimisé</a:t>
          </a:r>
          <a:endParaRPr lang="en-US" sz="1900" kern="1200"/>
        </a:p>
      </dsp:txBody>
      <dsp:txXfrm>
        <a:off x="2412786" y="1411795"/>
        <a:ext cx="1697803" cy="1018681"/>
      </dsp:txXfrm>
    </dsp:sp>
    <dsp:sp modelId="{D6AFD3D4-D7F6-479F-84DC-31AF3708E90E}">
      <dsp:nvSpPr>
        <dsp:cNvPr id="0" name=""/>
        <dsp:cNvSpPr/>
      </dsp:nvSpPr>
      <dsp:spPr>
        <a:xfrm>
          <a:off x="2020491" y="3284593"/>
          <a:ext cx="3598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894" y="45720"/>
              </a:lnTo>
            </a:path>
          </a:pathLst>
        </a:custGeom>
        <a:noFill/>
        <a:ln w="9525" cap="flat" cmpd="sng" algn="ctr">
          <a:solidFill>
            <a:schemeClr val="accent5">
              <a:hueOff val="-1123087"/>
              <a:satOff val="-5296"/>
              <a:lumOff val="130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676" y="3328360"/>
        <a:ext cx="19524" cy="3904"/>
      </dsp:txXfrm>
    </dsp:sp>
    <dsp:sp modelId="{C4C4F0A2-CE4E-48F7-8CA9-EAED34EC4DEA}">
      <dsp:nvSpPr>
        <dsp:cNvPr id="0" name=""/>
        <dsp:cNvSpPr/>
      </dsp:nvSpPr>
      <dsp:spPr>
        <a:xfrm>
          <a:off x="324488" y="2820972"/>
          <a:ext cx="1697803" cy="1018681"/>
        </a:xfrm>
        <a:prstGeom prst="rect">
          <a:avLst/>
        </a:prstGeom>
        <a:solidFill>
          <a:schemeClr val="accent5">
            <a:hueOff val="-962646"/>
            <a:satOff val="-4539"/>
            <a:lumOff val="112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Inconvénients :</a:t>
          </a:r>
          <a:endParaRPr lang="en-US" sz="1900" kern="1200"/>
        </a:p>
      </dsp:txBody>
      <dsp:txXfrm>
        <a:off x="324488" y="2820972"/>
        <a:ext cx="1697803" cy="1018681"/>
      </dsp:txXfrm>
    </dsp:sp>
    <dsp:sp modelId="{04E22DA9-AA71-434A-BA77-1CC5A472FAA2}">
      <dsp:nvSpPr>
        <dsp:cNvPr id="0" name=""/>
        <dsp:cNvSpPr/>
      </dsp:nvSpPr>
      <dsp:spPr>
        <a:xfrm>
          <a:off x="1173389" y="3837854"/>
          <a:ext cx="2088298" cy="359894"/>
        </a:xfrm>
        <a:custGeom>
          <a:avLst/>
          <a:gdLst/>
          <a:ahLst/>
          <a:cxnLst/>
          <a:rect l="0" t="0" r="0" b="0"/>
          <a:pathLst>
            <a:path>
              <a:moveTo>
                <a:pt x="2088298" y="0"/>
              </a:moveTo>
              <a:lnTo>
                <a:pt x="2088298" y="197047"/>
              </a:lnTo>
              <a:lnTo>
                <a:pt x="0" y="197047"/>
              </a:lnTo>
              <a:lnTo>
                <a:pt x="0" y="359894"/>
              </a:lnTo>
            </a:path>
          </a:pathLst>
        </a:custGeom>
        <a:noFill/>
        <a:ln w="9525" cap="flat" cmpd="sng" algn="ctr">
          <a:solidFill>
            <a:schemeClr val="accent5">
              <a:hueOff val="-1403859"/>
              <a:satOff val="-6620"/>
              <a:lumOff val="163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4426" y="4015849"/>
        <a:ext cx="106224" cy="3904"/>
      </dsp:txXfrm>
    </dsp:sp>
    <dsp:sp modelId="{4C88F0CB-CED6-4751-8B82-FF4BD210AAEB}">
      <dsp:nvSpPr>
        <dsp:cNvPr id="0" name=""/>
        <dsp:cNvSpPr/>
      </dsp:nvSpPr>
      <dsp:spPr>
        <a:xfrm>
          <a:off x="2412786" y="2820972"/>
          <a:ext cx="1697803" cy="1018681"/>
        </a:xfrm>
        <a:prstGeom prst="rect">
          <a:avLst/>
        </a:prstGeom>
        <a:solidFill>
          <a:schemeClr val="accent5">
            <a:hueOff val="-1203308"/>
            <a:satOff val="-5674"/>
            <a:lumOff val="140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Temps de compilation</a:t>
          </a:r>
          <a:endParaRPr lang="en-US" sz="1900" kern="1200"/>
        </a:p>
      </dsp:txBody>
      <dsp:txXfrm>
        <a:off x="2412786" y="2820972"/>
        <a:ext cx="1697803" cy="1018681"/>
      </dsp:txXfrm>
    </dsp:sp>
    <dsp:sp modelId="{1CFC205F-5E02-44FA-8743-CA7C5E1F69DD}">
      <dsp:nvSpPr>
        <dsp:cNvPr id="0" name=""/>
        <dsp:cNvSpPr/>
      </dsp:nvSpPr>
      <dsp:spPr>
        <a:xfrm>
          <a:off x="2020491" y="4693770"/>
          <a:ext cx="3598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894" y="45720"/>
              </a:lnTo>
            </a:path>
          </a:pathLst>
        </a:custGeom>
        <a:noFill/>
        <a:ln w="952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676" y="4737537"/>
        <a:ext cx="19524" cy="3904"/>
      </dsp:txXfrm>
    </dsp:sp>
    <dsp:sp modelId="{F85325C3-0CB5-4C00-9E2C-4ADB3C1E4527}">
      <dsp:nvSpPr>
        <dsp:cNvPr id="0" name=""/>
        <dsp:cNvSpPr/>
      </dsp:nvSpPr>
      <dsp:spPr>
        <a:xfrm>
          <a:off x="324488" y="4230149"/>
          <a:ext cx="1697803" cy="1018681"/>
        </a:xfrm>
        <a:prstGeom prst="rect">
          <a:avLst/>
        </a:prstGeom>
        <a:solidFill>
          <a:schemeClr val="accent5">
            <a:hueOff val="-1443969"/>
            <a:satOff val="-6809"/>
            <a:lumOff val="168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Moins flexible</a:t>
          </a:r>
          <a:endParaRPr lang="en-US" sz="1900" kern="1200"/>
        </a:p>
      </dsp:txBody>
      <dsp:txXfrm>
        <a:off x="324488" y="4230149"/>
        <a:ext cx="1697803" cy="1018681"/>
      </dsp:txXfrm>
    </dsp:sp>
    <dsp:sp modelId="{640749F4-48F8-402A-9EFE-960C72F4264D}">
      <dsp:nvSpPr>
        <dsp:cNvPr id="0" name=""/>
        <dsp:cNvSpPr/>
      </dsp:nvSpPr>
      <dsp:spPr>
        <a:xfrm>
          <a:off x="2412786" y="4230149"/>
          <a:ext cx="1697803" cy="1018681"/>
        </a:xfrm>
        <a:prstGeom prst="rect">
          <a:avLst/>
        </a:prstGeom>
        <a:solidFill>
          <a:schemeClr val="accent5">
            <a:hueOff val="-1684631"/>
            <a:satOff val="-7944"/>
            <a:lumOff val="19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Moins portable</a:t>
          </a:r>
          <a:endParaRPr lang="en-US" sz="1900" kern="1200"/>
        </a:p>
      </dsp:txBody>
      <dsp:txXfrm>
        <a:off x="2412786" y="4230149"/>
        <a:ext cx="1697803" cy="10186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CA626-77B4-4008-A1E2-68F4D060033D}">
      <dsp:nvSpPr>
        <dsp:cNvPr id="0" name=""/>
        <dsp:cNvSpPr/>
      </dsp:nvSpPr>
      <dsp:spPr>
        <a:xfrm>
          <a:off x="563085" y="1355976"/>
          <a:ext cx="916312" cy="916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1CE41-AD47-4E1B-B8C5-7B0DE37F23D3}">
      <dsp:nvSpPr>
        <dsp:cNvPr id="0" name=""/>
        <dsp:cNvSpPr/>
      </dsp:nvSpPr>
      <dsp:spPr>
        <a:xfrm>
          <a:off x="3117" y="256111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Interprété : flexible mais lent</a:t>
          </a:r>
        </a:p>
      </dsp:txBody>
      <dsp:txXfrm>
        <a:off x="3117" y="2561111"/>
        <a:ext cx="2036250" cy="720000"/>
      </dsp:txXfrm>
    </dsp:sp>
    <dsp:sp modelId="{F57DF7C1-283D-429D-8B9C-70E562962E16}">
      <dsp:nvSpPr>
        <dsp:cNvPr id="0" name=""/>
        <dsp:cNvSpPr/>
      </dsp:nvSpPr>
      <dsp:spPr>
        <a:xfrm>
          <a:off x="2955679" y="1355976"/>
          <a:ext cx="916312" cy="916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70AFB-C273-4C1E-9B17-33860292A6DF}">
      <dsp:nvSpPr>
        <dsp:cNvPr id="0" name=""/>
        <dsp:cNvSpPr/>
      </dsp:nvSpPr>
      <dsp:spPr>
        <a:xfrm>
          <a:off x="2395710" y="256111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Compilé : rapide mais rigide</a:t>
          </a:r>
        </a:p>
      </dsp:txBody>
      <dsp:txXfrm>
        <a:off x="2395710" y="2561111"/>
        <a:ext cx="203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19BA1-00DE-4190-AF1E-9F6D599DC4FF}">
      <dsp:nvSpPr>
        <dsp:cNvPr id="0" name=""/>
        <dsp:cNvSpPr/>
      </dsp:nvSpPr>
      <dsp:spPr>
        <a:xfrm>
          <a:off x="563085" y="1355976"/>
          <a:ext cx="916312" cy="916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85E63F-3E79-4A79-A8C0-108FA1ED5D6F}">
      <dsp:nvSpPr>
        <dsp:cNvPr id="0" name=""/>
        <dsp:cNvSpPr/>
      </dsp:nvSpPr>
      <dsp:spPr>
        <a:xfrm>
          <a:off x="3117" y="256111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JavaScript est faiblement et dynamiquement typé.</a:t>
          </a:r>
        </a:p>
      </dsp:txBody>
      <dsp:txXfrm>
        <a:off x="3117" y="2561111"/>
        <a:ext cx="2036250" cy="720000"/>
      </dsp:txXfrm>
    </dsp:sp>
    <dsp:sp modelId="{7530A9D3-9682-49A5-BC77-0E0C56137575}">
      <dsp:nvSpPr>
        <dsp:cNvPr id="0" name=""/>
        <dsp:cNvSpPr/>
      </dsp:nvSpPr>
      <dsp:spPr>
        <a:xfrm>
          <a:off x="2955679" y="1355976"/>
          <a:ext cx="916312" cy="916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71ADA-5E7E-4F5A-BECE-65C2B8669995}">
      <dsp:nvSpPr>
        <dsp:cNvPr id="0" name=""/>
        <dsp:cNvSpPr/>
      </dsp:nvSpPr>
      <dsp:spPr>
        <a:xfrm>
          <a:off x="2395710" y="256111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Les variables peuvent changer de type.</a:t>
          </a:r>
        </a:p>
      </dsp:txBody>
      <dsp:txXfrm>
        <a:off x="2395710" y="2561111"/>
        <a:ext cx="203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B1CA5-D181-4FF3-A339-05EAFDBD6C44}">
      <dsp:nvSpPr>
        <dsp:cNvPr id="0" name=""/>
        <dsp:cNvSpPr/>
      </dsp:nvSpPr>
      <dsp:spPr>
        <a:xfrm>
          <a:off x="312619" y="907121"/>
          <a:ext cx="970400" cy="970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1369B-DE60-4748-B1F0-986135780F3F}">
      <dsp:nvSpPr>
        <dsp:cNvPr id="0" name=""/>
        <dsp:cNvSpPr/>
      </dsp:nvSpPr>
      <dsp:spPr>
        <a:xfrm>
          <a:off x="519426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4C4AC-2F8F-4E73-A9C1-4C57023723A7}">
      <dsp:nvSpPr>
        <dsp:cNvPr id="0" name=""/>
        <dsp:cNvSpPr/>
      </dsp:nvSpPr>
      <dsp:spPr>
        <a:xfrm>
          <a:off x="2409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Détection d’erreurs</a:t>
          </a:r>
        </a:p>
      </dsp:txBody>
      <dsp:txXfrm>
        <a:off x="2409" y="2179777"/>
        <a:ext cx="1590820" cy="636328"/>
      </dsp:txXfrm>
    </dsp:sp>
    <dsp:sp modelId="{FFD14298-04DF-45C8-8971-E12F9BF6A01F}">
      <dsp:nvSpPr>
        <dsp:cNvPr id="0" name=""/>
        <dsp:cNvSpPr/>
      </dsp:nvSpPr>
      <dsp:spPr>
        <a:xfrm>
          <a:off x="2181833" y="907121"/>
          <a:ext cx="970400" cy="970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C8237-6FAB-4C21-8EE4-A489E3754ADA}">
      <dsp:nvSpPr>
        <dsp:cNvPr id="0" name=""/>
        <dsp:cNvSpPr/>
      </dsp:nvSpPr>
      <dsp:spPr>
        <a:xfrm>
          <a:off x="2388640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4D393C-B6C2-4FFA-A7FD-B154AE0D20DC}">
      <dsp:nvSpPr>
        <dsp:cNvPr id="0" name=""/>
        <dsp:cNvSpPr/>
      </dsp:nvSpPr>
      <dsp:spPr>
        <a:xfrm>
          <a:off x="1871623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Code plus clair</a:t>
          </a:r>
        </a:p>
      </dsp:txBody>
      <dsp:txXfrm>
        <a:off x="1871623" y="2179777"/>
        <a:ext cx="1590820" cy="636328"/>
      </dsp:txXfrm>
    </dsp:sp>
    <dsp:sp modelId="{A26FA4E1-C481-455F-A0B3-A9DD47960092}">
      <dsp:nvSpPr>
        <dsp:cNvPr id="0" name=""/>
        <dsp:cNvSpPr/>
      </dsp:nvSpPr>
      <dsp:spPr>
        <a:xfrm>
          <a:off x="4051047" y="907121"/>
          <a:ext cx="970400" cy="970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F1891-EEE2-4103-9EB1-5476D6F9FB12}">
      <dsp:nvSpPr>
        <dsp:cNvPr id="0" name=""/>
        <dsp:cNvSpPr/>
      </dsp:nvSpPr>
      <dsp:spPr>
        <a:xfrm>
          <a:off x="4257853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50F4E-D9C9-4488-B878-3F9B6789A616}">
      <dsp:nvSpPr>
        <dsp:cNvPr id="0" name=""/>
        <dsp:cNvSpPr/>
      </dsp:nvSpPr>
      <dsp:spPr>
        <a:xfrm>
          <a:off x="3740837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Maintenance facilitée</a:t>
          </a:r>
        </a:p>
      </dsp:txBody>
      <dsp:txXfrm>
        <a:off x="3740837" y="2179777"/>
        <a:ext cx="1590820" cy="636328"/>
      </dsp:txXfrm>
    </dsp:sp>
    <dsp:sp modelId="{918EE3D8-B115-488B-A682-2681FA2C6F06}">
      <dsp:nvSpPr>
        <dsp:cNvPr id="0" name=""/>
        <dsp:cNvSpPr/>
      </dsp:nvSpPr>
      <dsp:spPr>
        <a:xfrm>
          <a:off x="5920261" y="907121"/>
          <a:ext cx="970400" cy="9704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ADCBC8-9006-4005-AD7C-8AE01E3AF9E1}">
      <dsp:nvSpPr>
        <dsp:cNvPr id="0" name=""/>
        <dsp:cNvSpPr/>
      </dsp:nvSpPr>
      <dsp:spPr>
        <a:xfrm>
          <a:off x="6127067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8C2F7-DE5F-4E12-895D-4E26E0C27AF3}">
      <dsp:nvSpPr>
        <dsp:cNvPr id="0" name=""/>
        <dsp:cNvSpPr/>
      </dsp:nvSpPr>
      <dsp:spPr>
        <a:xfrm>
          <a:off x="5610051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Meilleurs outils</a:t>
          </a:r>
        </a:p>
      </dsp:txBody>
      <dsp:txXfrm>
        <a:off x="5610051" y="2179777"/>
        <a:ext cx="1590820" cy="6363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BA916-4E1C-401F-8464-E8B05CF7CA3D}">
      <dsp:nvSpPr>
        <dsp:cNvPr id="0" name=""/>
        <dsp:cNvSpPr/>
      </dsp:nvSpPr>
      <dsp:spPr>
        <a:xfrm>
          <a:off x="312619" y="907121"/>
          <a:ext cx="970400" cy="970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7DCC1-0F73-4E9E-B36E-F84A1C8846B8}">
      <dsp:nvSpPr>
        <dsp:cNvPr id="0" name=""/>
        <dsp:cNvSpPr/>
      </dsp:nvSpPr>
      <dsp:spPr>
        <a:xfrm>
          <a:off x="519426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7791B-4456-49A0-91C6-2AC365040F25}">
      <dsp:nvSpPr>
        <dsp:cNvPr id="0" name=""/>
        <dsp:cNvSpPr/>
      </dsp:nvSpPr>
      <dsp:spPr>
        <a:xfrm>
          <a:off x="2409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1995 : création</a:t>
          </a:r>
        </a:p>
      </dsp:txBody>
      <dsp:txXfrm>
        <a:off x="2409" y="2179777"/>
        <a:ext cx="1590820" cy="636328"/>
      </dsp:txXfrm>
    </dsp:sp>
    <dsp:sp modelId="{AFA27BFD-D390-4BC6-8C48-750F5CCE559B}">
      <dsp:nvSpPr>
        <dsp:cNvPr id="0" name=""/>
        <dsp:cNvSpPr/>
      </dsp:nvSpPr>
      <dsp:spPr>
        <a:xfrm>
          <a:off x="2181833" y="907121"/>
          <a:ext cx="970400" cy="970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85A13-DFFA-4DD9-B495-AA1885565937}">
      <dsp:nvSpPr>
        <dsp:cNvPr id="0" name=""/>
        <dsp:cNvSpPr/>
      </dsp:nvSpPr>
      <dsp:spPr>
        <a:xfrm>
          <a:off x="2388640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B2A90-1515-4C08-93BF-DCA65D912A34}">
      <dsp:nvSpPr>
        <dsp:cNvPr id="0" name=""/>
        <dsp:cNvSpPr/>
      </dsp:nvSpPr>
      <dsp:spPr>
        <a:xfrm>
          <a:off x="1871623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1997 : standardisation</a:t>
          </a:r>
        </a:p>
      </dsp:txBody>
      <dsp:txXfrm>
        <a:off x="1871623" y="2179777"/>
        <a:ext cx="1590820" cy="636328"/>
      </dsp:txXfrm>
    </dsp:sp>
    <dsp:sp modelId="{F37B4786-D67E-4AB4-956A-0EE5CCD70D9D}">
      <dsp:nvSpPr>
        <dsp:cNvPr id="0" name=""/>
        <dsp:cNvSpPr/>
      </dsp:nvSpPr>
      <dsp:spPr>
        <a:xfrm>
          <a:off x="4051047" y="907121"/>
          <a:ext cx="970400" cy="970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DA00F-27CB-47E3-9C61-DFFF1E8D6900}">
      <dsp:nvSpPr>
        <dsp:cNvPr id="0" name=""/>
        <dsp:cNvSpPr/>
      </dsp:nvSpPr>
      <dsp:spPr>
        <a:xfrm>
          <a:off x="4257853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808DF-BCF5-443D-9D34-6A4F7F8F6312}">
      <dsp:nvSpPr>
        <dsp:cNvPr id="0" name=""/>
        <dsp:cNvSpPr/>
      </dsp:nvSpPr>
      <dsp:spPr>
        <a:xfrm>
          <a:off x="3740837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ES6 : grandes nouveautés</a:t>
          </a:r>
        </a:p>
      </dsp:txBody>
      <dsp:txXfrm>
        <a:off x="3740837" y="2179777"/>
        <a:ext cx="1590820" cy="636328"/>
      </dsp:txXfrm>
    </dsp:sp>
    <dsp:sp modelId="{C8A11837-DA0D-4D2E-81C7-2B3809F2CE79}">
      <dsp:nvSpPr>
        <dsp:cNvPr id="0" name=""/>
        <dsp:cNvSpPr/>
      </dsp:nvSpPr>
      <dsp:spPr>
        <a:xfrm>
          <a:off x="5920261" y="907121"/>
          <a:ext cx="970400" cy="9704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0605D-40E0-4AEA-904A-97EE2BFAFDF9}">
      <dsp:nvSpPr>
        <dsp:cNvPr id="0" name=""/>
        <dsp:cNvSpPr/>
      </dsp:nvSpPr>
      <dsp:spPr>
        <a:xfrm>
          <a:off x="6127067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7926C-BDBA-43C7-9C48-386B85B6BCD2}">
      <dsp:nvSpPr>
        <dsp:cNvPr id="0" name=""/>
        <dsp:cNvSpPr/>
      </dsp:nvSpPr>
      <dsp:spPr>
        <a:xfrm>
          <a:off x="5610051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Aujourd’hui : utilisé partout (web, serveur, apps)</a:t>
          </a:r>
        </a:p>
      </dsp:txBody>
      <dsp:txXfrm>
        <a:off x="5610051" y="2179777"/>
        <a:ext cx="1590820" cy="636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60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58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94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20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4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1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4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15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51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9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23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462" y="962902"/>
            <a:ext cx="3132288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4200" dirty="0"/>
              <a:t>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462" y="3531204"/>
            <a:ext cx="3128610" cy="1610643"/>
          </a:xfrm>
        </p:spPr>
        <p:txBody>
          <a:bodyPr vert="horz" lIns="91440" tIns="91440" rIns="91440" bIns="91440" rtlCol="0">
            <a:normAutofit/>
          </a:bodyPr>
          <a:lstStyle/>
          <a:p>
            <a:pPr marL="0" indent="0" defTabSz="914400">
              <a:buNone/>
            </a:pPr>
            <a:r>
              <a:rPr lang="en-US" sz="1400" cap="all" dirty="0" err="1"/>
              <a:t>Présentation</a:t>
            </a:r>
            <a:r>
              <a:rPr lang="en-US" sz="1400" cap="all" dirty="0"/>
              <a:t> des </a:t>
            </a:r>
            <a:r>
              <a:rPr lang="en-US" sz="1400" cap="all" dirty="0" err="1"/>
              <a:t>résultats</a:t>
            </a:r>
            <a:r>
              <a:rPr lang="en-US" sz="1400" cap="all" dirty="0"/>
              <a:t> de recherche</a:t>
            </a:r>
          </a:p>
        </p:txBody>
      </p:sp>
      <p:pic>
        <p:nvPicPr>
          <p:cNvPr id="1026" name="Picture 2" descr="A Simple Overview of Javascript – phoneunder">
            <a:extLst>
              <a:ext uri="{FF2B5EF4-FFF2-40B4-BE49-F238E27FC236}">
                <a16:creationId xmlns:a16="http://schemas.microsoft.com/office/drawing/2014/main" id="{1F6D728C-B0C3-3695-811A-C7C2AFFA6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0808" y="1275798"/>
            <a:ext cx="3720331" cy="372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Interprété ou compilé 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037527-D50D-E1E8-18EF-0815902BF8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038" y="2016125"/>
          <a:ext cx="6572250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2647617" cy="1049235"/>
          </a:xfrm>
        </p:spPr>
        <p:txBody>
          <a:bodyPr>
            <a:normAutofit/>
          </a:bodyPr>
          <a:lstStyle/>
          <a:p>
            <a:r>
              <a:rPr lang="fr-FR"/>
              <a:t>2. </a:t>
            </a:r>
            <a:r>
              <a:rPr lang="fr-FR" err="1"/>
              <a:t>Langages</a:t>
            </a:r>
            <a:r>
              <a:rPr lang="fr-FR"/>
              <a:t> </a:t>
            </a:r>
            <a:r>
              <a:rPr lang="fr-FR" err="1"/>
              <a:t>interprétés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2644893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1400"/>
              <a:t>Avantages :</a:t>
            </a:r>
          </a:p>
          <a:p>
            <a:pPr>
              <a:lnSpc>
                <a:spcPct val="110000"/>
              </a:lnSpc>
            </a:pPr>
            <a:r>
              <a:rPr lang="fr-FR" sz="1400"/>
              <a:t>- Exécution immédiate</a:t>
            </a:r>
          </a:p>
          <a:p>
            <a:pPr>
              <a:lnSpc>
                <a:spcPct val="110000"/>
              </a:lnSpc>
            </a:pPr>
            <a:r>
              <a:rPr lang="fr-FR" sz="1400"/>
              <a:t>- Facile à tester</a:t>
            </a:r>
          </a:p>
          <a:p>
            <a:pPr>
              <a:lnSpc>
                <a:spcPct val="110000"/>
              </a:lnSpc>
            </a:pPr>
            <a:r>
              <a:rPr lang="fr-FR" sz="1400"/>
              <a:t>- Portable</a:t>
            </a:r>
          </a:p>
          <a:p>
            <a:pPr>
              <a:lnSpc>
                <a:spcPct val="110000"/>
              </a:lnSpc>
            </a:pPr>
            <a:endParaRPr lang="fr-FR" sz="1400"/>
          </a:p>
          <a:p>
            <a:pPr>
              <a:lnSpc>
                <a:spcPct val="110000"/>
              </a:lnSpc>
            </a:pPr>
            <a:r>
              <a:rPr lang="fr-FR" sz="1400"/>
              <a:t>Inconvénients :</a:t>
            </a:r>
          </a:p>
          <a:p>
            <a:pPr>
              <a:lnSpc>
                <a:spcPct val="110000"/>
              </a:lnSpc>
            </a:pPr>
            <a:r>
              <a:rPr lang="fr-FR" sz="1400"/>
              <a:t>- Moins rapide</a:t>
            </a:r>
          </a:p>
          <a:p>
            <a:pPr>
              <a:lnSpc>
                <a:spcPct val="110000"/>
              </a:lnSpc>
            </a:pPr>
            <a:r>
              <a:rPr lang="fr-FR" sz="1400"/>
              <a:t>- Erreurs à l’exécution</a:t>
            </a:r>
          </a:p>
          <a:p>
            <a:pPr>
              <a:lnSpc>
                <a:spcPct val="110000"/>
              </a:lnSpc>
            </a:pPr>
            <a:r>
              <a:rPr lang="fr-FR" sz="1400"/>
              <a:t>- Moins sécurisé</a:t>
            </a:r>
          </a:p>
        </p:txBody>
      </p:sp>
      <p:pic>
        <p:nvPicPr>
          <p:cNvPr id="49" name="Picture 4">
            <a:extLst>
              <a:ext uri="{FF2B5EF4-FFF2-40B4-BE49-F238E27FC236}">
                <a16:creationId xmlns:a16="http://schemas.microsoft.com/office/drawing/2014/main" id="{B878B09B-6B8E-C3EF-348E-1688A827D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26" r="35462"/>
          <a:stretch>
            <a:fillRect/>
          </a:stretch>
        </p:blipFill>
        <p:spPr>
          <a:xfrm>
            <a:off x="4570444" y="1116345"/>
            <a:ext cx="3616163" cy="38661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994" y="2307409"/>
            <a:ext cx="2368182" cy="3747316"/>
          </a:xfrm>
        </p:spPr>
        <p:txBody>
          <a:bodyPr anchor="t">
            <a:normAutofit/>
          </a:bodyPr>
          <a:lstStyle/>
          <a:p>
            <a:r>
              <a:t>3. Langages compilés</a:t>
            </a: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F60CB8E0-E412-E9A0-D7D6-FC02627644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22634"/>
              </p:ext>
            </p:extLst>
          </p:nvPr>
        </p:nvGraphicFramePr>
        <p:xfrm>
          <a:off x="852260" y="803275"/>
          <a:ext cx="4435078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fr-FR" sz="2500"/>
              <a:t>Comparaison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88EFE7-8E95-AE05-AD89-CDAE0AB3E4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514214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4. Typage JavaScript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31B108-36D9-C1ED-68AD-B03B5D49A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882136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5. Avantages du typage</a:t>
            </a:r>
          </a:p>
        </p:txBody>
      </p:sp>
      <p:graphicFrame>
        <p:nvGraphicFramePr>
          <p:cNvPr id="50" name="Content Placeholder 2">
            <a:extLst>
              <a:ext uri="{FF2B5EF4-FFF2-40B4-BE49-F238E27FC236}">
                <a16:creationId xmlns:a16="http://schemas.microsoft.com/office/drawing/2014/main" id="{DC6C2C8E-671B-E093-0E2F-883C1DA35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425894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fr-FR"/>
              <a:t>6. Évolution de JavaScript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CE83BD6F-EDC0-95D9-D6D6-4739BCDFC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020618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ne tenant une souris">
            <a:extLst>
              <a:ext uri="{FF2B5EF4-FFF2-40B4-BE49-F238E27FC236}">
                <a16:creationId xmlns:a16="http://schemas.microsoft.com/office/drawing/2014/main" id="{37A95E07-30D5-5EDE-7284-6AB18065D3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6557" r="4442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298" y="1871131"/>
            <a:ext cx="5111752" cy="15155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298" y="3657597"/>
            <a:ext cx="5111752" cy="1320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solidFill>
                  <a:srgbClr val="FFFFFF"/>
                </a:solidFill>
              </a:rPr>
              <a:t>JavaScript est un langage moderne, flexible et essentiel au développement web.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36</TotalTime>
  <Words>171</Words>
  <Application>Microsoft Office PowerPoint</Application>
  <PresentationFormat>Affichage à l'écran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Galerie</vt:lpstr>
      <vt:lpstr>JavaScript</vt:lpstr>
      <vt:lpstr>1. Interprété ou compilé ?</vt:lpstr>
      <vt:lpstr>2. Langages interprétés</vt:lpstr>
      <vt:lpstr>3. Langages compilés</vt:lpstr>
      <vt:lpstr>Comparaison</vt:lpstr>
      <vt:lpstr>4. Typage JavaScript</vt:lpstr>
      <vt:lpstr>5. Avantages du typage</vt:lpstr>
      <vt:lpstr>6. Évolution de JavaScript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Aloe VERA</cp:lastModifiedBy>
  <cp:revision>2</cp:revision>
  <dcterms:created xsi:type="dcterms:W3CDTF">2013-01-27T09:14:16Z</dcterms:created>
  <dcterms:modified xsi:type="dcterms:W3CDTF">2026-04-28T05:32:22Z</dcterms:modified>
  <cp:category/>
</cp:coreProperties>
</file>