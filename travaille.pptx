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5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47432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235517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361390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668479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648663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960540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829846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27949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9063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6479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669762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6667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650120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619691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162821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037880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57155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B4C3852-31CF-431F-A259-255B19341F55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Y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C0677-E0AE-426E-B2A9-6BF447D2772E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40121754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146EB29-ACE7-CCF1-3213-F6F068525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708328"/>
              </p:ext>
            </p:extLst>
          </p:nvPr>
        </p:nvGraphicFramePr>
        <p:xfrm>
          <a:off x="2096219" y="517585"/>
          <a:ext cx="9133255" cy="5779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990">
                  <a:extLst>
                    <a:ext uri="{9D8B030D-6E8A-4147-A177-3AD203B41FA5}">
                      <a16:colId xmlns:a16="http://schemas.microsoft.com/office/drawing/2014/main" val="3838146112"/>
                    </a:ext>
                  </a:extLst>
                </a:gridCol>
                <a:gridCol w="6420265">
                  <a:extLst>
                    <a:ext uri="{9D8B030D-6E8A-4147-A177-3AD203B41FA5}">
                      <a16:colId xmlns:a16="http://schemas.microsoft.com/office/drawing/2014/main" val="4248425196"/>
                    </a:ext>
                  </a:extLst>
                </a:gridCol>
              </a:tblGrid>
              <a:tr h="388945">
                <a:tc>
                  <a:txBody>
                    <a:bodyPr/>
                    <a:lstStyle/>
                    <a:p>
                      <a:r>
                        <a:rPr lang="fr-FR" dirty="0"/>
                        <a:t>Acteur</a:t>
                      </a:r>
                      <a:endParaRPr lang="fr-Y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Besoin</a:t>
                      </a:r>
                      <a:endParaRPr lang="fr-Y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142899"/>
                  </a:ext>
                </a:extLst>
              </a:tr>
              <a:tr h="626179">
                <a:tc>
                  <a:txBody>
                    <a:bodyPr/>
                    <a:lstStyle/>
                    <a:p>
                      <a:r>
                        <a:rPr lang="fr-FR" dirty="0"/>
                        <a:t>Les utilisateurs</a:t>
                      </a:r>
                      <a:endParaRPr lang="fr-Y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Consulter les parkings disponibles sur un carte</a:t>
                      </a:r>
                      <a:endParaRPr lang="fr-Y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369944"/>
                  </a:ext>
                </a:extLst>
              </a:tr>
              <a:tr h="6806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Les utilisateurs</a:t>
                      </a:r>
                      <a:endParaRPr lang="fr-YT" dirty="0"/>
                    </a:p>
                    <a:p>
                      <a:endParaRPr lang="fr-Y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Crées un compte, Se connecter</a:t>
                      </a:r>
                      <a:endParaRPr lang="fr-YT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819201"/>
                  </a:ext>
                </a:extLst>
              </a:tr>
              <a:tr h="6806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Les utilisateurs</a:t>
                      </a:r>
                      <a:endParaRPr lang="fr-YT" dirty="0"/>
                    </a:p>
                    <a:p>
                      <a:endParaRPr lang="fr-Y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Voir les places disponibles</a:t>
                      </a:r>
                      <a:endParaRPr lang="fr-Y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853721"/>
                  </a:ext>
                </a:extLst>
              </a:tr>
              <a:tr h="6806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Les utilisateurs</a:t>
                      </a:r>
                      <a:endParaRPr lang="fr-YT" dirty="0"/>
                    </a:p>
                    <a:p>
                      <a:endParaRPr lang="fr-Y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Lorsqu'une place disponible </a:t>
                      </a:r>
                      <a:endParaRPr lang="fr-Y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538609"/>
                  </a:ext>
                </a:extLst>
              </a:tr>
              <a:tr h="6806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Les utilisateurs</a:t>
                      </a:r>
                      <a:endParaRPr lang="fr-YT" dirty="0"/>
                    </a:p>
                    <a:p>
                      <a:endParaRPr lang="fr-Y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Crées un application pour permettant au usager de trouver et  réserver des places de parking,</a:t>
                      </a:r>
                      <a:endParaRPr lang="fr-Y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96951"/>
                  </a:ext>
                </a:extLst>
              </a:tr>
              <a:tr h="680653">
                <a:tc>
                  <a:txBody>
                    <a:bodyPr/>
                    <a:lstStyle/>
                    <a:p>
                      <a:r>
                        <a:rPr lang="fr-FR" dirty="0"/>
                        <a:t>Un administrateur </a:t>
                      </a:r>
                      <a:endParaRPr lang="fr-Y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Gèrent les parkings ,  </a:t>
                      </a:r>
                      <a:endParaRPr lang="fr-Y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516094"/>
                  </a:ext>
                </a:extLst>
              </a:tr>
              <a:tr h="6806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Un administrateur </a:t>
                      </a:r>
                      <a:endParaRPr lang="fr-YT" dirty="0"/>
                    </a:p>
                    <a:p>
                      <a:endParaRPr lang="fr-Y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 </a:t>
                      </a:r>
                    </a:p>
                    <a:p>
                      <a:r>
                        <a:rPr lang="fr-FR" dirty="0"/>
                        <a:t>Ajouter, modifier, supprimer,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778410"/>
                  </a:ext>
                </a:extLst>
              </a:tr>
              <a:tr h="6806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Un administrateur </a:t>
                      </a:r>
                      <a:endParaRPr lang="fr-YT" dirty="0"/>
                    </a:p>
                    <a:p>
                      <a:endParaRPr lang="fr-Y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Consulter toutes les réservations</a:t>
                      </a:r>
                      <a:endParaRPr lang="fr-Y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420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3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YT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Y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5D5AA8-773B-469A-8802-9645A4DC9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5AF42C-C556-454E-B2D3-2C917CB81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YT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7A30887-D24F-EC68-4C53-CF0C68A10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225894"/>
              </p:ext>
            </p:extLst>
          </p:nvPr>
        </p:nvGraphicFramePr>
        <p:xfrm>
          <a:off x="1589337" y="898410"/>
          <a:ext cx="7586800" cy="5526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094">
                  <a:extLst>
                    <a:ext uri="{9D8B030D-6E8A-4147-A177-3AD203B41FA5}">
                      <a16:colId xmlns:a16="http://schemas.microsoft.com/office/drawing/2014/main" val="2269181211"/>
                    </a:ext>
                  </a:extLst>
                </a:gridCol>
                <a:gridCol w="5478706">
                  <a:extLst>
                    <a:ext uri="{9D8B030D-6E8A-4147-A177-3AD203B41FA5}">
                      <a16:colId xmlns:a16="http://schemas.microsoft.com/office/drawing/2014/main" val="2339775770"/>
                    </a:ext>
                  </a:extLst>
                </a:gridCol>
              </a:tblGrid>
              <a:tr h="1213404">
                <a:tc>
                  <a:txBody>
                    <a:bodyPr/>
                    <a:lstStyle/>
                    <a:p>
                      <a:r>
                        <a:rPr lang="fr-FR" sz="3300"/>
                        <a:t>Modules</a:t>
                      </a:r>
                    </a:p>
                    <a:p>
                      <a:endParaRPr lang="fr-YT" sz="3300"/>
                    </a:p>
                  </a:txBody>
                  <a:tcPr marL="169844" marR="169844" marT="84922" marB="84922"/>
                </a:tc>
                <a:tc>
                  <a:txBody>
                    <a:bodyPr/>
                    <a:lstStyle/>
                    <a:p>
                      <a:r>
                        <a:rPr lang="fr-FR" sz="3300"/>
                        <a:t>Fonctionnalité </a:t>
                      </a:r>
                      <a:endParaRPr lang="fr-YT" sz="3300"/>
                    </a:p>
                  </a:txBody>
                  <a:tcPr marL="169844" marR="169844" marT="84922" marB="84922"/>
                </a:tc>
                <a:extLst>
                  <a:ext uri="{0D108BD9-81ED-4DB2-BD59-A6C34878D82A}">
                    <a16:rowId xmlns:a16="http://schemas.microsoft.com/office/drawing/2014/main" val="451365111"/>
                  </a:ext>
                </a:extLst>
              </a:tr>
              <a:tr h="710484">
                <a:tc>
                  <a:txBody>
                    <a:bodyPr/>
                    <a:lstStyle/>
                    <a:p>
                      <a:endParaRPr lang="fr-YT" sz="3300"/>
                    </a:p>
                  </a:txBody>
                  <a:tcPr marL="169844" marR="169844" marT="84922" marB="84922"/>
                </a:tc>
                <a:tc>
                  <a:txBody>
                    <a:bodyPr/>
                    <a:lstStyle/>
                    <a:p>
                      <a:r>
                        <a:rPr lang="fr-FR" sz="33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créer un compte </a:t>
                      </a:r>
                      <a:endParaRPr lang="fr-YT" sz="3300"/>
                    </a:p>
                  </a:txBody>
                  <a:tcPr marL="169844" marR="169844" marT="84922" marB="84922"/>
                </a:tc>
                <a:extLst>
                  <a:ext uri="{0D108BD9-81ED-4DB2-BD59-A6C34878D82A}">
                    <a16:rowId xmlns:a16="http://schemas.microsoft.com/office/drawing/2014/main" val="3719964284"/>
                  </a:ext>
                </a:extLst>
              </a:tr>
              <a:tr h="710484">
                <a:tc>
                  <a:txBody>
                    <a:bodyPr/>
                    <a:lstStyle/>
                    <a:p>
                      <a:endParaRPr lang="fr-YT" sz="3300"/>
                    </a:p>
                  </a:txBody>
                  <a:tcPr marL="169844" marR="169844" marT="84922" marB="84922"/>
                </a:tc>
                <a:tc>
                  <a:txBody>
                    <a:bodyPr/>
                    <a:lstStyle/>
                    <a:p>
                      <a:r>
                        <a:rPr lang="fr-FR" sz="33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 connecter. </a:t>
                      </a:r>
                      <a:endParaRPr lang="fr-YT" sz="3300"/>
                    </a:p>
                  </a:txBody>
                  <a:tcPr marL="169844" marR="169844" marT="84922" marB="84922"/>
                </a:tc>
                <a:extLst>
                  <a:ext uri="{0D108BD9-81ED-4DB2-BD59-A6C34878D82A}">
                    <a16:rowId xmlns:a16="http://schemas.microsoft.com/office/drawing/2014/main" val="3723890077"/>
                  </a:ext>
                </a:extLst>
              </a:tr>
              <a:tr h="1213404">
                <a:tc>
                  <a:txBody>
                    <a:bodyPr/>
                    <a:lstStyle/>
                    <a:p>
                      <a:endParaRPr lang="fr-YT" sz="3300"/>
                    </a:p>
                  </a:txBody>
                  <a:tcPr marL="169844" marR="169844" marT="84922" marB="84922"/>
                </a:tc>
                <a:tc>
                  <a:txBody>
                    <a:bodyPr/>
                    <a:lstStyle/>
                    <a:p>
                      <a:r>
                        <a:rPr lang="fr-FR" sz="33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consulter toutes les réservations. </a:t>
                      </a:r>
                      <a:endParaRPr lang="fr-YT" sz="3300"/>
                    </a:p>
                  </a:txBody>
                  <a:tcPr marL="169844" marR="169844" marT="84922" marB="84922"/>
                </a:tc>
                <a:extLst>
                  <a:ext uri="{0D108BD9-81ED-4DB2-BD59-A6C34878D82A}">
                    <a16:rowId xmlns:a16="http://schemas.microsoft.com/office/drawing/2014/main" val="2537165309"/>
                  </a:ext>
                </a:extLst>
              </a:tr>
              <a:tr h="1213404">
                <a:tc>
                  <a:txBody>
                    <a:bodyPr/>
                    <a:lstStyle/>
                    <a:p>
                      <a:endParaRPr lang="fr-YT" sz="3300"/>
                    </a:p>
                  </a:txBody>
                  <a:tcPr marL="169844" marR="169844" marT="84922" marB="84922"/>
                </a:tc>
                <a:tc>
                  <a:txBody>
                    <a:bodyPr/>
                    <a:lstStyle/>
                    <a:p>
                      <a:r>
                        <a:rPr lang="fr-FR" sz="33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gérer les parkings (ajouter, modifier, supprimer) </a:t>
                      </a:r>
                      <a:endParaRPr lang="fr-YT" sz="3300"/>
                    </a:p>
                  </a:txBody>
                  <a:tcPr marL="169844" marR="169844" marT="84922" marB="84922"/>
                </a:tc>
                <a:extLst>
                  <a:ext uri="{0D108BD9-81ED-4DB2-BD59-A6C34878D82A}">
                    <a16:rowId xmlns:a16="http://schemas.microsoft.com/office/drawing/2014/main" val="3594155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444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7914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138</TotalTime>
  <Words>93</Words>
  <Application>Microsoft Office PowerPoint</Application>
  <PresentationFormat>Grand écran</PresentationFormat>
  <Paragraphs>25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6" baseType="lpstr">
      <vt:lpstr>Century Gothic</vt:lpstr>
      <vt:lpstr>Wingdings 3</vt:lpstr>
      <vt:lpstr>Ion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Aloe VERA</dc:creator>
  <cp:lastModifiedBy>Aloe VERA</cp:lastModifiedBy>
  <cp:revision>1</cp:revision>
  <dcterms:created xsi:type="dcterms:W3CDTF">2026-03-23T06:00:16Z</dcterms:created>
  <dcterms:modified xsi:type="dcterms:W3CDTF">2026-03-23T08:18:39Z</dcterms:modified>
</cp:coreProperties>
</file>