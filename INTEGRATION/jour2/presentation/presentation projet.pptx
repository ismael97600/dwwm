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7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8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100E0E1-CCBB-4DD6-A081-52A2AED47616}" v="2" dt="2026-03-23T12:14:20.4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oe VERA" userId="6b960476-e567-467f-a33f-aec172a9bd13" providerId="ADAL" clId="{176D68A3-4BBE-457D-8FC1-C5809EB75CA7}"/>
    <pc:docChg chg="custSel addSld modSld sldOrd">
      <pc:chgData name="Aloe VERA" userId="6b960476-e567-467f-a33f-aec172a9bd13" providerId="ADAL" clId="{176D68A3-4BBE-457D-8FC1-C5809EB75CA7}" dt="2026-03-23T12:14:25.376" v="160" actId="21"/>
      <pc:docMkLst>
        <pc:docMk/>
      </pc:docMkLst>
      <pc:sldChg chg="modSp mod">
        <pc:chgData name="Aloe VERA" userId="6b960476-e567-467f-a33f-aec172a9bd13" providerId="ADAL" clId="{176D68A3-4BBE-457D-8FC1-C5809EB75CA7}" dt="2026-03-23T12:07:44.461" v="15" actId="5793"/>
        <pc:sldMkLst>
          <pc:docMk/>
          <pc:sldMk cId="3297414264" sldId="263"/>
        </pc:sldMkLst>
        <pc:spChg chg="mod">
          <ac:chgData name="Aloe VERA" userId="6b960476-e567-467f-a33f-aec172a9bd13" providerId="ADAL" clId="{176D68A3-4BBE-457D-8FC1-C5809EB75CA7}" dt="2026-03-23T12:07:44.461" v="15" actId="5793"/>
          <ac:spMkLst>
            <pc:docMk/>
            <pc:sldMk cId="3297414264" sldId="263"/>
            <ac:spMk id="3" creationId="{409DDAFA-FA15-CBFA-5BD9-6FCDFC33BD2D}"/>
          </ac:spMkLst>
        </pc:spChg>
      </pc:sldChg>
      <pc:sldChg chg="addSp delSp modSp new mod ord">
        <pc:chgData name="Aloe VERA" userId="6b960476-e567-467f-a33f-aec172a9bd13" providerId="ADAL" clId="{176D68A3-4BBE-457D-8FC1-C5809EB75CA7}" dt="2026-03-23T12:14:25.376" v="160" actId="21"/>
        <pc:sldMkLst>
          <pc:docMk/>
          <pc:sldMk cId="1139302114" sldId="268"/>
        </pc:sldMkLst>
        <pc:spChg chg="del mod">
          <ac:chgData name="Aloe VERA" userId="6b960476-e567-467f-a33f-aec172a9bd13" providerId="ADAL" clId="{176D68A3-4BBE-457D-8FC1-C5809EB75CA7}" dt="2026-03-23T12:10:04.653" v="48" actId="21"/>
          <ac:spMkLst>
            <pc:docMk/>
            <pc:sldMk cId="1139302114" sldId="268"/>
            <ac:spMk id="2" creationId="{53DBB9A4-30DB-5F1E-D39D-C4001ABB9BD5}"/>
          </ac:spMkLst>
        </pc:spChg>
        <pc:spChg chg="del mod">
          <ac:chgData name="Aloe VERA" userId="6b960476-e567-467f-a33f-aec172a9bd13" providerId="ADAL" clId="{176D68A3-4BBE-457D-8FC1-C5809EB75CA7}" dt="2026-03-23T12:10:01.852" v="47" actId="21"/>
          <ac:spMkLst>
            <pc:docMk/>
            <pc:sldMk cId="1139302114" sldId="268"/>
            <ac:spMk id="3" creationId="{77650664-3958-F1F2-452F-902934031CCF}"/>
          </ac:spMkLst>
        </pc:spChg>
        <pc:spChg chg="add mod">
          <ac:chgData name="Aloe VERA" userId="6b960476-e567-467f-a33f-aec172a9bd13" providerId="ADAL" clId="{176D68A3-4BBE-457D-8FC1-C5809EB75CA7}" dt="2026-03-23T12:13:43.007" v="158" actId="20577"/>
          <ac:spMkLst>
            <pc:docMk/>
            <pc:sldMk cId="1139302114" sldId="268"/>
            <ac:spMk id="4" creationId="{E7FEB623-D6A8-7998-E35A-7184DF2D2285}"/>
          </ac:spMkLst>
        </pc:spChg>
        <pc:spChg chg="add del mod">
          <ac:chgData name="Aloe VERA" userId="6b960476-e567-467f-a33f-aec172a9bd13" providerId="ADAL" clId="{176D68A3-4BBE-457D-8FC1-C5809EB75CA7}" dt="2026-03-23T12:14:25.376" v="160" actId="21"/>
          <ac:spMkLst>
            <pc:docMk/>
            <pc:sldMk cId="1139302114" sldId="268"/>
            <ac:spMk id="5" creationId="{2A20A02C-D38C-A980-27AC-3E4D37D0828B}"/>
          </ac:spMkLst>
        </pc:spChg>
      </pc:sldChg>
    </pc:docChg>
  </pc:docChgLst>
  <pc:docChgLst>
    <pc:chgData name="administrateur mayotte" userId="c34775b3-b886-4d0e-befd-463d6332c73f" providerId="ADAL" clId="{7B4C5FFD-071D-4A95-81DB-8595EC327B9E}"/>
    <pc:docChg chg="modSld">
      <pc:chgData name="administrateur mayotte" userId="c34775b3-b886-4d0e-befd-463d6332c73f" providerId="ADAL" clId="{7B4C5FFD-071D-4A95-81DB-8595EC327B9E}" dt="2026-03-06T08:44:22.868" v="4" actId="1037"/>
      <pc:docMkLst>
        <pc:docMk/>
      </pc:docMkLst>
      <pc:sldChg chg="modSp mod">
        <pc:chgData name="administrateur mayotte" userId="c34775b3-b886-4d0e-befd-463d6332c73f" providerId="ADAL" clId="{7B4C5FFD-071D-4A95-81DB-8595EC327B9E}" dt="2026-03-06T08:44:22.868" v="4" actId="1037"/>
        <pc:sldMkLst>
          <pc:docMk/>
          <pc:sldMk cId="1468464710" sldId="257"/>
        </pc:sldMkLst>
        <pc:picChg chg="mod">
          <ac:chgData name="administrateur mayotte" userId="c34775b3-b886-4d0e-befd-463d6332c73f" providerId="ADAL" clId="{7B4C5FFD-071D-4A95-81DB-8595EC327B9E}" dt="2026-03-06T08:44:22.868" v="4" actId="1037"/>
          <ac:picMkLst>
            <pc:docMk/>
            <pc:sldMk cId="1468464710" sldId="257"/>
            <ac:picMk id="4" creationId="{37DE5984-91A2-ED08-7F64-0EF38B99E622}"/>
          </ac:picMkLst>
        </pc:picChg>
      </pc:sldChg>
    </pc:docChg>
  </pc:docChgLst>
  <pc:docChgLst>
    <pc:chgData name="Aloe VERA" userId="6b960476-e567-467f-a33f-aec172a9bd13" providerId="ADAL" clId="{475237A9-C41C-45A2-BFB0-A29C4B8C8A85}"/>
    <pc:docChg chg="undo custSel addSld delSld modSld">
      <pc:chgData name="Aloe VERA" userId="6b960476-e567-467f-a33f-aec172a9bd13" providerId="ADAL" clId="{475237A9-C41C-45A2-BFB0-A29C4B8C8A85}" dt="2026-03-06T09:51:02.841" v="510" actId="313"/>
      <pc:docMkLst>
        <pc:docMk/>
      </pc:docMkLst>
      <pc:sldChg chg="addSp delSp modSp mod delDesignElem">
        <pc:chgData name="Aloe VERA" userId="6b960476-e567-467f-a33f-aec172a9bd13" providerId="ADAL" clId="{475237A9-C41C-45A2-BFB0-A29C4B8C8A85}" dt="2026-03-06T05:21:09.553" v="109" actId="14100"/>
        <pc:sldMkLst>
          <pc:docMk/>
          <pc:sldMk cId="1468464710" sldId="257"/>
        </pc:sldMkLst>
        <pc:spChg chg="mod">
          <ac:chgData name="Aloe VERA" userId="6b960476-e567-467f-a33f-aec172a9bd13" providerId="ADAL" clId="{475237A9-C41C-45A2-BFB0-A29C4B8C8A85}" dt="2026-03-06T04:42:01.580" v="2" actId="27636"/>
          <ac:spMkLst>
            <pc:docMk/>
            <pc:sldMk cId="1468464710" sldId="257"/>
            <ac:spMk id="2" creationId="{432EB9DB-6C59-8C44-6840-A039DA5483B3}"/>
          </ac:spMkLst>
        </pc:spChg>
        <pc:picChg chg="mod">
          <ac:chgData name="Aloe VERA" userId="6b960476-e567-467f-a33f-aec172a9bd13" providerId="ADAL" clId="{475237A9-C41C-45A2-BFB0-A29C4B8C8A85}" dt="2026-03-06T05:19:49.843" v="104" actId="1076"/>
          <ac:picMkLst>
            <pc:docMk/>
            <pc:sldMk cId="1468464710" sldId="257"/>
            <ac:picMk id="4" creationId="{37DE5984-91A2-ED08-7F64-0EF38B99E622}"/>
          </ac:picMkLst>
        </pc:picChg>
        <pc:picChg chg="add mod">
          <ac:chgData name="Aloe VERA" userId="6b960476-e567-467f-a33f-aec172a9bd13" providerId="ADAL" clId="{475237A9-C41C-45A2-BFB0-A29C4B8C8A85}" dt="2026-03-06T05:21:09.553" v="109" actId="14100"/>
          <ac:picMkLst>
            <pc:docMk/>
            <pc:sldMk cId="1468464710" sldId="257"/>
            <ac:picMk id="5" creationId="{B85A0172-10A2-F4F0-E44E-71B1A5DCA700}"/>
          </ac:picMkLst>
        </pc:picChg>
      </pc:sldChg>
      <pc:sldChg chg="modSp mod">
        <pc:chgData name="Aloe VERA" userId="6b960476-e567-467f-a33f-aec172a9bd13" providerId="ADAL" clId="{475237A9-C41C-45A2-BFB0-A29C4B8C8A85}" dt="2026-03-06T04:44:56.377" v="8" actId="14100"/>
        <pc:sldMkLst>
          <pc:docMk/>
          <pc:sldMk cId="2729895418" sldId="260"/>
        </pc:sldMkLst>
        <pc:spChg chg="mod">
          <ac:chgData name="Aloe VERA" userId="6b960476-e567-467f-a33f-aec172a9bd13" providerId="ADAL" clId="{475237A9-C41C-45A2-BFB0-A29C4B8C8A85}" dt="2026-03-06T04:44:56.377" v="8" actId="14100"/>
          <ac:spMkLst>
            <pc:docMk/>
            <pc:sldMk cId="2729895418" sldId="260"/>
            <ac:spMk id="2" creationId="{F5939F73-1940-569C-2A2E-B974CDAE6DC4}"/>
          </ac:spMkLst>
        </pc:spChg>
      </pc:sldChg>
      <pc:sldChg chg="modSp mod">
        <pc:chgData name="Aloe VERA" userId="6b960476-e567-467f-a33f-aec172a9bd13" providerId="ADAL" clId="{475237A9-C41C-45A2-BFB0-A29C4B8C8A85}" dt="2026-03-06T05:29:45.811" v="140" actId="20577"/>
        <pc:sldMkLst>
          <pc:docMk/>
          <pc:sldMk cId="164124010" sldId="261"/>
        </pc:sldMkLst>
        <pc:spChg chg="mod">
          <ac:chgData name="Aloe VERA" userId="6b960476-e567-467f-a33f-aec172a9bd13" providerId="ADAL" clId="{475237A9-C41C-45A2-BFB0-A29C4B8C8A85}" dt="2026-03-06T04:43:02.956" v="4"/>
          <ac:spMkLst>
            <pc:docMk/>
            <pc:sldMk cId="164124010" sldId="261"/>
            <ac:spMk id="2" creationId="{913D826D-3430-3396-B3A9-43655C4E8F4F}"/>
          </ac:spMkLst>
        </pc:spChg>
        <pc:spChg chg="mod">
          <ac:chgData name="Aloe VERA" userId="6b960476-e567-467f-a33f-aec172a9bd13" providerId="ADAL" clId="{475237A9-C41C-45A2-BFB0-A29C4B8C8A85}" dt="2026-03-06T05:29:45.811" v="140" actId="20577"/>
          <ac:spMkLst>
            <pc:docMk/>
            <pc:sldMk cId="164124010" sldId="261"/>
            <ac:spMk id="3" creationId="{017D7245-1663-8BCC-2C5C-687D66BD5EA1}"/>
          </ac:spMkLst>
        </pc:spChg>
      </pc:sldChg>
      <pc:sldChg chg="modSp">
        <pc:chgData name="Aloe VERA" userId="6b960476-e567-467f-a33f-aec172a9bd13" providerId="ADAL" clId="{475237A9-C41C-45A2-BFB0-A29C4B8C8A85}" dt="2026-03-06T04:43:02.956" v="4"/>
        <pc:sldMkLst>
          <pc:docMk/>
          <pc:sldMk cId="3297414264" sldId="263"/>
        </pc:sldMkLst>
        <pc:spChg chg="mod">
          <ac:chgData name="Aloe VERA" userId="6b960476-e567-467f-a33f-aec172a9bd13" providerId="ADAL" clId="{475237A9-C41C-45A2-BFB0-A29C4B8C8A85}" dt="2026-03-06T04:43:02.956" v="4"/>
          <ac:spMkLst>
            <pc:docMk/>
            <pc:sldMk cId="3297414264" sldId="263"/>
            <ac:spMk id="2" creationId="{718E76E8-EA3E-BD9D-FEBF-3D3A3C6AF738}"/>
          </ac:spMkLst>
        </pc:spChg>
      </pc:sldChg>
      <pc:sldChg chg="modSp mod">
        <pc:chgData name="Aloe VERA" userId="6b960476-e567-467f-a33f-aec172a9bd13" providerId="ADAL" clId="{475237A9-C41C-45A2-BFB0-A29C4B8C8A85}" dt="2026-03-06T04:47:10.481" v="12" actId="14100"/>
        <pc:sldMkLst>
          <pc:docMk/>
          <pc:sldMk cId="2162270180" sldId="264"/>
        </pc:sldMkLst>
        <pc:spChg chg="mod">
          <ac:chgData name="Aloe VERA" userId="6b960476-e567-467f-a33f-aec172a9bd13" providerId="ADAL" clId="{475237A9-C41C-45A2-BFB0-A29C4B8C8A85}" dt="2026-03-06T04:47:10.481" v="12" actId="14100"/>
          <ac:spMkLst>
            <pc:docMk/>
            <pc:sldMk cId="2162270180" sldId="264"/>
            <ac:spMk id="2" creationId="{8814CE90-3ECC-14EC-8342-1265AD9E60C9}"/>
          </ac:spMkLst>
        </pc:spChg>
      </pc:sldChg>
      <pc:sldChg chg="modSp mod">
        <pc:chgData name="Aloe VERA" userId="6b960476-e567-467f-a33f-aec172a9bd13" providerId="ADAL" clId="{475237A9-C41C-45A2-BFB0-A29C4B8C8A85}" dt="2026-03-06T09:51:02.841" v="510" actId="313"/>
        <pc:sldMkLst>
          <pc:docMk/>
          <pc:sldMk cId="3223475225" sldId="265"/>
        </pc:sldMkLst>
        <pc:spChg chg="mod">
          <ac:chgData name="Aloe VERA" userId="6b960476-e567-467f-a33f-aec172a9bd13" providerId="ADAL" clId="{475237A9-C41C-45A2-BFB0-A29C4B8C8A85}" dt="2026-03-06T04:43:02.956" v="4"/>
          <ac:spMkLst>
            <pc:docMk/>
            <pc:sldMk cId="3223475225" sldId="265"/>
            <ac:spMk id="2" creationId="{6CC55EDE-3C1E-668B-B6C8-09E533ABD6CC}"/>
          </ac:spMkLst>
        </pc:spChg>
        <pc:spChg chg="mod">
          <ac:chgData name="Aloe VERA" userId="6b960476-e567-467f-a33f-aec172a9bd13" providerId="ADAL" clId="{475237A9-C41C-45A2-BFB0-A29C4B8C8A85}" dt="2026-03-06T09:51:02.841" v="510" actId="313"/>
          <ac:spMkLst>
            <pc:docMk/>
            <pc:sldMk cId="3223475225" sldId="265"/>
            <ac:spMk id="3" creationId="{38AFF143-82A7-3C0A-4816-70C8BD6E9221}"/>
          </ac:spMkLst>
        </pc:spChg>
      </pc:sldChg>
      <pc:sldChg chg="modSp new mod modTransition">
        <pc:chgData name="Aloe VERA" userId="6b960476-e567-467f-a33f-aec172a9bd13" providerId="ADAL" clId="{475237A9-C41C-45A2-BFB0-A29C4B8C8A85}" dt="2026-03-06T04:55:55.781" v="92"/>
        <pc:sldMkLst>
          <pc:docMk/>
          <pc:sldMk cId="136567134" sldId="266"/>
        </pc:sldMkLst>
        <pc:spChg chg="mod">
          <ac:chgData name="Aloe VERA" userId="6b960476-e567-467f-a33f-aec172a9bd13" providerId="ADAL" clId="{475237A9-C41C-45A2-BFB0-A29C4B8C8A85}" dt="2026-03-06T04:52:52.924" v="91" actId="20577"/>
          <ac:spMkLst>
            <pc:docMk/>
            <pc:sldMk cId="136567134" sldId="266"/>
            <ac:spMk id="2" creationId="{5E3BBAAF-D735-BBD3-84ED-E450D43BFFD8}"/>
          </ac:spMkLst>
        </pc:spChg>
        <pc:spChg chg="mod">
          <ac:chgData name="Aloe VERA" userId="6b960476-e567-467f-a33f-aec172a9bd13" providerId="ADAL" clId="{475237A9-C41C-45A2-BFB0-A29C4B8C8A85}" dt="2026-03-06T04:52:28.625" v="84" actId="1076"/>
          <ac:spMkLst>
            <pc:docMk/>
            <pc:sldMk cId="136567134" sldId="266"/>
            <ac:spMk id="3" creationId="{6F3E8BFE-CC4B-6E45-F5E6-F9457A0B533E}"/>
          </ac:spMkLst>
        </pc:spChg>
      </pc:sldChg>
      <pc:sldChg chg="addSp delSp modSp new mod modTransition setBg">
        <pc:chgData name="Aloe VERA" userId="6b960476-e567-467f-a33f-aec172a9bd13" providerId="ADAL" clId="{475237A9-C41C-45A2-BFB0-A29C4B8C8A85}" dt="2026-03-06T08:32:47.813" v="176"/>
        <pc:sldMkLst>
          <pc:docMk/>
          <pc:sldMk cId="2772443484" sldId="267"/>
        </pc:sldMkLst>
        <pc:spChg chg="mod">
          <ac:chgData name="Aloe VERA" userId="6b960476-e567-467f-a33f-aec172a9bd13" providerId="ADAL" clId="{475237A9-C41C-45A2-BFB0-A29C4B8C8A85}" dt="2026-03-06T08:32:00.072" v="175" actId="14100"/>
          <ac:spMkLst>
            <pc:docMk/>
            <pc:sldMk cId="2772443484" sldId="267"/>
            <ac:spMk id="2" creationId="{1726C446-AED6-13AD-F848-2E502EAD770F}"/>
          </ac:spMkLst>
        </pc:spChg>
        <pc:picChg chg="add mod ord">
          <ac:chgData name="Aloe VERA" userId="6b960476-e567-467f-a33f-aec172a9bd13" providerId="ADAL" clId="{475237A9-C41C-45A2-BFB0-A29C4B8C8A85}" dt="2026-03-06T08:31:21.074" v="172" actId="1076"/>
          <ac:picMkLst>
            <pc:docMk/>
            <pc:sldMk cId="2772443484" sldId="267"/>
            <ac:picMk id="5" creationId="{59685F4C-EC2D-0BCB-5BB4-35E92F3DA68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86852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08745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43839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84800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53590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46387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08149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71929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1627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23347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048916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886405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78322763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06090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465888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560695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800" y="2063396"/>
            <a:ext cx="10394707" cy="331118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711307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3278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8" r:id="rId1"/>
    <p:sldLayoutId id="2147483919" r:id="rId2"/>
    <p:sldLayoutId id="2147483920" r:id="rId3"/>
    <p:sldLayoutId id="2147483921" r:id="rId4"/>
    <p:sldLayoutId id="2147483922" r:id="rId5"/>
    <p:sldLayoutId id="2147483923" r:id="rId6"/>
    <p:sldLayoutId id="2147483924" r:id="rId7"/>
    <p:sldLayoutId id="2147483925" r:id="rId8"/>
    <p:sldLayoutId id="2147483926" r:id="rId9"/>
    <p:sldLayoutId id="2147483927" r:id="rId10"/>
    <p:sldLayoutId id="2147483928" r:id="rId11"/>
    <p:sldLayoutId id="2147483929" r:id="rId12"/>
    <p:sldLayoutId id="2147483930" r:id="rId13"/>
    <p:sldLayoutId id="2147483931" r:id="rId14"/>
    <p:sldLayoutId id="2147483932" r:id="rId15"/>
    <p:sldLayoutId id="2147483933" r:id="rId16"/>
    <p:sldLayoutId id="2147483934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1C72E8-1FC3-58EA-07CB-4A6023D93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37DE5984-91A2-ED08-7F64-0EF38B99E62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40000"/>
          </a:blip>
          <a:srcRect t="1747"/>
          <a:stretch>
            <a:fillRect/>
          </a:stretch>
        </p:blipFill>
        <p:spPr>
          <a:xfrm>
            <a:off x="10160" y="115513"/>
            <a:ext cx="12191980" cy="685799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32EB9DB-6C59-8C44-6840-A039DA5483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7694" y="1966816"/>
            <a:ext cx="9733231" cy="2481507"/>
          </a:xfrm>
        </p:spPr>
        <p:txBody>
          <a:bodyPr anchor="ctr">
            <a:normAutofit fontScale="90000"/>
          </a:bodyPr>
          <a:lstStyle/>
          <a:p>
            <a:pPr algn="l"/>
            <a:r>
              <a:rPr lang="fr-FR" sz="5600">
                <a:solidFill>
                  <a:schemeClr val="tx1"/>
                </a:solidFill>
              </a:rPr>
              <a:t>KAZI JEUNES 976 PLATFORME DE PETITE JOB ENTRE HABITANTS ET JEUNES A MAYOTTE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85A0172-10A2-F4F0-E44E-71B1A5DCA7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408" y="5952133"/>
            <a:ext cx="926592" cy="912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4647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C96F60-CA09-5706-54FE-09E1E7320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400" y="2272284"/>
            <a:ext cx="7515951" cy="845820"/>
          </a:xfrm>
        </p:spPr>
        <p:txBody>
          <a:bodyPr>
            <a:normAutofit/>
          </a:bodyPr>
          <a:lstStyle/>
          <a:p>
            <a:r>
              <a:rPr lang="fr-FR" sz="2800"/>
              <a:t>Identification des problèmes</a:t>
            </a:r>
          </a:p>
        </p:txBody>
      </p:sp>
    </p:spTree>
    <p:extLst>
      <p:ext uri="{BB962C8B-B14F-4D97-AF65-F5344CB8AC3E}">
        <p14:creationId xmlns:p14="http://schemas.microsoft.com/office/powerpoint/2010/main" val="509059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359CBC-0106-3892-E26A-EDD56EBA4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72" y="-73152"/>
            <a:ext cx="11713464" cy="1910917"/>
          </a:xfrm>
        </p:spPr>
        <p:txBody>
          <a:bodyPr>
            <a:normAutofit/>
          </a:bodyPr>
          <a:lstStyle/>
          <a:p>
            <a:r>
              <a:rPr lang="fr-FR" sz="2800"/>
              <a:t>1. </a:t>
            </a:r>
            <a:r>
              <a:rPr lang="fr-FR" sz="2800">
                <a:solidFill>
                  <a:schemeClr val="tx1">
                    <a:lumMod val="95000"/>
                    <a:lumOff val="5000"/>
                  </a:schemeClr>
                </a:solidFill>
              </a:rPr>
              <a:t>Difficulté de trouves une personne de confiance a recruter pour un petit boulot</a:t>
            </a:r>
            <a:endParaRPr lang="fr-FR" sz="280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FACC16A-A100-8900-E141-3E8CE3C6A4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38912" y="1322732"/>
            <a:ext cx="10394707" cy="3311189"/>
          </a:xfrm>
        </p:spPr>
        <p:txBody>
          <a:bodyPr/>
          <a:lstStyle/>
          <a:p>
            <a:pPr marL="0" indent="0">
              <a:buNone/>
            </a:pPr>
            <a:r>
              <a:rPr lang="fr-FR"/>
              <a:t>ex</a:t>
            </a:r>
            <a:r>
              <a:rPr lang="fr-FR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endParaRPr lang="fr-FR"/>
          </a:p>
          <a:p>
            <a:pPr marL="0" indent="0">
              <a:buNone/>
            </a:pPr>
            <a:r>
              <a:rPr lang="fr-FR"/>
              <a:t>. nettoyage</a:t>
            </a:r>
          </a:p>
          <a:p>
            <a:pPr marL="0" indent="0">
              <a:buNone/>
            </a:pPr>
            <a:r>
              <a:rPr lang="fr-FR"/>
              <a:t>. Jardinage</a:t>
            </a:r>
          </a:p>
          <a:p>
            <a:pPr marL="0" indent="0">
              <a:buNone/>
            </a:pPr>
            <a:r>
              <a:rPr lang="fr-FR"/>
              <a:t>. Déménagement</a:t>
            </a:r>
          </a:p>
          <a:p>
            <a:pPr marL="0" indent="0">
              <a:buNone/>
            </a:pPr>
            <a:r>
              <a:rPr lang="fr-FR"/>
              <a:t>. Lavage voiture</a:t>
            </a:r>
          </a:p>
          <a:p>
            <a:pPr marL="0" indent="0">
              <a:buNone/>
            </a:pP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563782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939F73-1940-569C-2A2E-B974CDAE6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7952" y="2889504"/>
            <a:ext cx="6099048" cy="2121408"/>
          </a:xfrm>
        </p:spPr>
        <p:txBody>
          <a:bodyPr>
            <a:normAutofit/>
          </a:bodyPr>
          <a:lstStyle/>
          <a:p>
            <a:r>
              <a:rPr lang="fr-FR" sz="2800" dirty="0"/>
              <a:t>EXPRIMER LES BESOINS</a:t>
            </a:r>
          </a:p>
        </p:txBody>
      </p:sp>
    </p:spTree>
    <p:extLst>
      <p:ext uri="{BB962C8B-B14F-4D97-AF65-F5344CB8AC3E}">
        <p14:creationId xmlns:p14="http://schemas.microsoft.com/office/powerpoint/2010/main" val="2729895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3D826D-3430-3396-B3A9-43655C4E8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800" dirty="0"/>
              <a:t>2. </a:t>
            </a:r>
            <a:r>
              <a:rPr lang="fr-FR" sz="2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BESOINS DE PERSONNES POUR EFFECTUER DES PETITES BOULOT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17D7245-1663-8BCC-2C5C-687D66BD5E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938528" y="3163824"/>
            <a:ext cx="9132835" cy="2750257"/>
          </a:xfrm>
        </p:spPr>
        <p:txBody>
          <a:bodyPr/>
          <a:lstStyle/>
          <a:p>
            <a:r>
              <a:rPr lang="fr-FR" dirty="0"/>
              <a:t>TROUVER UNE PERSONNES DE CONFIANCE </a:t>
            </a:r>
          </a:p>
          <a:p>
            <a:r>
              <a:rPr lang="fr-FR" dirty="0"/>
              <a:t>EVALUER LA PERSONNE QUI A EFFECTUE LE TRAVAIL</a:t>
            </a:r>
          </a:p>
          <a:p>
            <a:r>
              <a:rPr lang="fr-FR" dirty="0"/>
              <a:t>PROPOSER LES SERVICE</a:t>
            </a:r>
          </a:p>
        </p:txBody>
      </p:sp>
    </p:spTree>
    <p:extLst>
      <p:ext uri="{BB962C8B-B14F-4D97-AF65-F5344CB8AC3E}">
        <p14:creationId xmlns:p14="http://schemas.microsoft.com/office/powerpoint/2010/main" val="16412401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EFBC7F-6CFE-7A42-0176-AB7EC1653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74719" y="2359152"/>
            <a:ext cx="9144155" cy="1819656"/>
          </a:xfrm>
        </p:spPr>
        <p:txBody>
          <a:bodyPr/>
          <a:lstStyle/>
          <a:p>
            <a:r>
              <a:rPr lang="fr-FR" sz="2800"/>
              <a:t>IDENTIFIER LES UTILISATEURS</a:t>
            </a:r>
          </a:p>
        </p:txBody>
      </p:sp>
    </p:spTree>
    <p:extLst>
      <p:ext uri="{BB962C8B-B14F-4D97-AF65-F5344CB8AC3E}">
        <p14:creationId xmlns:p14="http://schemas.microsoft.com/office/powerpoint/2010/main" val="2275019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8E76E8-EA3E-BD9D-FEBF-3D3A3C6AF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800"/>
              <a:t>2.LES UTULISATEUR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9DDAFA-FA15-CBFA-5BD9-6FCDFC33BD2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768" y="1399032"/>
            <a:ext cx="10650739" cy="3975553"/>
          </a:xfrm>
        </p:spPr>
        <p:txBody>
          <a:bodyPr/>
          <a:lstStyle/>
          <a:p>
            <a:pPr marL="0" indent="0">
              <a:buNone/>
            </a:pPr>
            <a:endParaRPr lang="fr-FR" dirty="0"/>
          </a:p>
          <a:p>
            <a:r>
              <a:rPr lang="fr-FR" dirty="0"/>
              <a:t>Les Jeunes </a:t>
            </a:r>
          </a:p>
          <a:p>
            <a:r>
              <a:rPr lang="fr-FR" dirty="0"/>
              <a:t>Le  recruteur </a:t>
            </a:r>
          </a:p>
          <a:p>
            <a:r>
              <a:rPr lang="fr-FR" dirty="0"/>
              <a:t>Administrateur </a:t>
            </a:r>
          </a:p>
        </p:txBody>
      </p:sp>
    </p:spTree>
    <p:extLst>
      <p:ext uri="{BB962C8B-B14F-4D97-AF65-F5344CB8AC3E}">
        <p14:creationId xmlns:p14="http://schemas.microsoft.com/office/powerpoint/2010/main" val="3297414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400">
        <p14:honeycomb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14CE90-3ECC-14EC-8342-1265AD9E6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7560" y="2743200"/>
            <a:ext cx="7745122" cy="2523744"/>
          </a:xfrm>
        </p:spPr>
        <p:txBody>
          <a:bodyPr>
            <a:normAutofit/>
          </a:bodyPr>
          <a:lstStyle/>
          <a:p>
            <a:r>
              <a:rPr lang="fr-FR" sz="3200" dirty="0"/>
              <a:t>Définir les fonctionnalités</a:t>
            </a:r>
          </a:p>
        </p:txBody>
      </p:sp>
    </p:spTree>
    <p:extLst>
      <p:ext uri="{BB962C8B-B14F-4D97-AF65-F5344CB8AC3E}">
        <p14:creationId xmlns:p14="http://schemas.microsoft.com/office/powerpoint/2010/main" val="2162270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C55EDE-3C1E-668B-B6C8-09E533ABD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2800"/>
              <a:t>4. Les fonctionnalité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AFF143-82A7-3C0A-4816-70C8BD6E922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fr-FR" dirty="0"/>
              <a:t>Inscription des jeunes</a:t>
            </a:r>
          </a:p>
          <a:p>
            <a:r>
              <a:rPr lang="fr-FR" dirty="0"/>
              <a:t>Création d’un compte avec ,non, photo ,numéro de téléphone ,commune</a:t>
            </a:r>
          </a:p>
          <a:p>
            <a:r>
              <a:rPr lang="fr-FR" dirty="0"/>
              <a:t>pièce d'identité ou une carte de séjour valable </a:t>
            </a:r>
          </a:p>
          <a:p>
            <a:r>
              <a:rPr lang="fr-FR" dirty="0"/>
              <a:t>Leur cordonnes banquière  de leur parent ou en soit même</a:t>
            </a:r>
          </a:p>
          <a:p>
            <a:r>
              <a:rPr lang="fr-FR" dirty="0"/>
              <a:t>le jeunes confirme qui la bien étais payes est le recruteur confirme  qui la bien payes</a:t>
            </a:r>
          </a:p>
        </p:txBody>
      </p:sp>
    </p:spTree>
    <p:extLst>
      <p:ext uri="{BB962C8B-B14F-4D97-AF65-F5344CB8AC3E}">
        <p14:creationId xmlns:p14="http://schemas.microsoft.com/office/powerpoint/2010/main" val="322347522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3BBAAF-D735-BBD3-84ED-E450D43BF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La valeur ajoutée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F3E8BFE-CC4B-6E45-F5E6-F9457A0B533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25856" y="3273552"/>
            <a:ext cx="10778755" cy="2302201"/>
          </a:xfrm>
        </p:spPr>
        <p:txBody>
          <a:bodyPr/>
          <a:lstStyle/>
          <a:p>
            <a:r>
              <a:rPr lang="fr-FR" dirty="0"/>
              <a:t>Facilité de trouver quelqu’un</a:t>
            </a:r>
          </a:p>
        </p:txBody>
      </p:sp>
    </p:spTree>
    <p:extLst>
      <p:ext uri="{BB962C8B-B14F-4D97-AF65-F5344CB8AC3E}">
        <p14:creationId xmlns:p14="http://schemas.microsoft.com/office/powerpoint/2010/main" val="13656713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E7FEB623-D6A8-7998-E35A-7184DF2D2285}"/>
              </a:ext>
            </a:extLst>
          </p:cNvPr>
          <p:cNvSpPr txBox="1"/>
          <p:nvPr/>
        </p:nvSpPr>
        <p:spPr>
          <a:xfrm>
            <a:off x="5501577" y="323873"/>
            <a:ext cx="67665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Les Actions</a:t>
            </a:r>
            <a:endParaRPr lang="fr-YT" sz="2800" dirty="0"/>
          </a:p>
        </p:txBody>
      </p:sp>
    </p:spTree>
    <p:extLst>
      <p:ext uri="{BB962C8B-B14F-4D97-AF65-F5344CB8AC3E}">
        <p14:creationId xmlns:p14="http://schemas.microsoft.com/office/powerpoint/2010/main" val="11393021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26C446-AED6-13AD-F848-2E502EAD7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5453" y="3126678"/>
            <a:ext cx="4780547" cy="1461364"/>
          </a:xfrm>
        </p:spPr>
        <p:txBody>
          <a:bodyPr>
            <a:normAutofit/>
          </a:bodyPr>
          <a:lstStyle/>
          <a:p>
            <a:r>
              <a:rPr lang="fr-FR" sz="3200" dirty="0"/>
              <a:t>CONCLUTION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59685F4C-EC2D-0BCB-5BB4-35E92F3DA6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7274" y="805126"/>
            <a:ext cx="5247747" cy="5247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443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400">
        <p14:honeycomb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Brin">
  <a:themeElements>
    <a:clrScheme name="Brin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Brin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rin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160</TotalTime>
  <Words>153</Words>
  <Application>Microsoft Office PowerPoint</Application>
  <PresentationFormat>Grand écran</PresentationFormat>
  <Paragraphs>30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Century Gothic</vt:lpstr>
      <vt:lpstr>Wingdings 3</vt:lpstr>
      <vt:lpstr>Brin</vt:lpstr>
      <vt:lpstr>KAZI JEUNES 976 PLATFORME DE PETITE JOB ENTRE HABITANTS ET JEUNES A MAYOTTE</vt:lpstr>
      <vt:lpstr>Identification des problèmes</vt:lpstr>
      <vt:lpstr>1. Difficulté de trouves une personne de confiance a recruter pour un petit boulot</vt:lpstr>
      <vt:lpstr>EXPRIMER LES BESOINS</vt:lpstr>
      <vt:lpstr>2. BESOINS DE PERSONNES POUR EFFECTUER DES PETITES BOULOT</vt:lpstr>
      <vt:lpstr>IDENTIFIER LES UTILISATEURS</vt:lpstr>
      <vt:lpstr>2.LES UTULISATEUR</vt:lpstr>
      <vt:lpstr>Définir les fonctionnalités</vt:lpstr>
      <vt:lpstr>4. Les fonctionnalité</vt:lpstr>
      <vt:lpstr>5. La valeur ajoutée</vt:lpstr>
      <vt:lpstr>Présentation PowerPoint</vt:lpstr>
      <vt:lpstr>CONCLUTION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Aloe VERA</dc:creator>
  <cp:lastModifiedBy>Aloe VERA</cp:lastModifiedBy>
  <cp:revision>1</cp:revision>
  <dcterms:created xsi:type="dcterms:W3CDTF">2026-03-05T10:21:22Z</dcterms:created>
  <dcterms:modified xsi:type="dcterms:W3CDTF">2026-03-23T12:14:31Z</dcterms:modified>
</cp:coreProperties>
</file>