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e VERA" userId="6b960476-e567-467f-a33f-aec172a9bd13" providerId="ADAL" clId="{176D68A3-4BBE-457D-8FC1-C5809EB75CA7}"/>
    <pc:docChg chg="undo custSel addSld delSld modSld sldOrd">
      <pc:chgData name="Aloe VERA" userId="6b960476-e567-467f-a33f-aec172a9bd13" providerId="ADAL" clId="{176D68A3-4BBE-457D-8FC1-C5809EB75CA7}" dt="2026-04-24T10:49:14.105" v="164" actId="2696"/>
      <pc:docMkLst>
        <pc:docMk/>
      </pc:docMkLst>
      <pc:sldChg chg="add del">
        <pc:chgData name="Aloe VERA" userId="6b960476-e567-467f-a33f-aec172a9bd13" providerId="ADAL" clId="{176D68A3-4BBE-457D-8FC1-C5809EB75CA7}" dt="2026-04-24T10:49:14.105" v="164" actId="2696"/>
        <pc:sldMkLst>
          <pc:docMk/>
          <pc:sldMk cId="1468464710" sldId="257"/>
        </pc:sldMkLst>
      </pc:sldChg>
      <pc:sldChg chg="add del">
        <pc:chgData name="Aloe VERA" userId="6b960476-e567-467f-a33f-aec172a9bd13" providerId="ADAL" clId="{176D68A3-4BBE-457D-8FC1-C5809EB75CA7}" dt="2026-04-24T10:49:13.811" v="163" actId="2696"/>
        <pc:sldMkLst>
          <pc:docMk/>
          <pc:sldMk cId="509059419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685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874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383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480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3590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638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8149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1929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162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34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4891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8640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832276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6090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6588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6069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1130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27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  <p:sldLayoutId id="214748393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C72E8-1FC3-58EA-07CB-4A6023D93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7DE5984-91A2-ED08-7F64-0EF38B99E62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t="1747"/>
          <a:stretch>
            <a:fillRect/>
          </a:stretch>
        </p:blipFill>
        <p:spPr>
          <a:xfrm>
            <a:off x="10160" y="115513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32EB9DB-6C59-8C44-6840-A039DA548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694" y="1966816"/>
            <a:ext cx="9733231" cy="2481507"/>
          </a:xfrm>
        </p:spPr>
        <p:txBody>
          <a:bodyPr anchor="ctr">
            <a:normAutofit fontScale="90000"/>
          </a:bodyPr>
          <a:lstStyle/>
          <a:p>
            <a:pPr algn="l"/>
            <a:r>
              <a:rPr lang="fr-FR" sz="5600" dirty="0">
                <a:solidFill>
                  <a:schemeClr val="tx1"/>
                </a:solidFill>
              </a:rPr>
              <a:t>KAZI JEUNES 976 PLATFORME DE PETITE JOB ENTRE HABITANTS ET JEUNES A MAYOTTE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5A0172-10A2-F4F0-E44E-71B1A5DCA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408" y="5952133"/>
            <a:ext cx="926592" cy="91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64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C96F60-CA09-5706-54FE-09E1E732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2272284"/>
            <a:ext cx="7515951" cy="845820"/>
          </a:xfrm>
        </p:spPr>
        <p:txBody>
          <a:bodyPr>
            <a:normAutofit/>
          </a:bodyPr>
          <a:lstStyle/>
          <a:p>
            <a:r>
              <a:rPr lang="fr-FR" sz="2800" dirty="0"/>
              <a:t>Identification des problèmes</a:t>
            </a:r>
          </a:p>
        </p:txBody>
      </p:sp>
    </p:spTree>
    <p:extLst>
      <p:ext uri="{BB962C8B-B14F-4D97-AF65-F5344CB8AC3E}">
        <p14:creationId xmlns:p14="http://schemas.microsoft.com/office/powerpoint/2010/main" val="50905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359CBC-0106-3892-E26A-EDD56EBA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" y="-73152"/>
            <a:ext cx="11713464" cy="1910917"/>
          </a:xfrm>
        </p:spPr>
        <p:txBody>
          <a:bodyPr>
            <a:normAutofit/>
          </a:bodyPr>
          <a:lstStyle/>
          <a:p>
            <a:r>
              <a:rPr lang="fr-FR" sz="2800"/>
              <a:t>1. </a:t>
            </a:r>
            <a:r>
              <a:rPr lang="fr-FR" sz="2800">
                <a:solidFill>
                  <a:schemeClr val="tx1">
                    <a:lumMod val="95000"/>
                    <a:lumOff val="5000"/>
                  </a:schemeClr>
                </a:solidFill>
              </a:rPr>
              <a:t>Difficulté de trouves une personne de confiance a recruter pour un petit boulot</a:t>
            </a:r>
            <a:endParaRPr lang="fr-FR" sz="28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ACC16A-A100-8900-E141-3E8CE3C6A4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8912" y="1322732"/>
            <a:ext cx="10394707" cy="331118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ex</a:t>
            </a: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. nettoyage</a:t>
            </a:r>
          </a:p>
          <a:p>
            <a:pPr marL="0" indent="0">
              <a:buNone/>
            </a:pPr>
            <a:r>
              <a:rPr lang="fr-FR" dirty="0"/>
              <a:t>. Jardinage</a:t>
            </a:r>
          </a:p>
          <a:p>
            <a:pPr marL="0" indent="0">
              <a:buNone/>
            </a:pPr>
            <a:r>
              <a:rPr lang="fr-FR" dirty="0"/>
              <a:t>. Déménagement</a:t>
            </a:r>
          </a:p>
          <a:p>
            <a:pPr marL="0" indent="0">
              <a:buNone/>
            </a:pPr>
            <a:r>
              <a:rPr lang="fr-FR" dirty="0"/>
              <a:t>. Lavage voiture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56378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939F73-1940-569C-2A2E-B974CDAE6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952" y="2889504"/>
            <a:ext cx="6099048" cy="2121408"/>
          </a:xfrm>
        </p:spPr>
        <p:txBody>
          <a:bodyPr>
            <a:normAutofit/>
          </a:bodyPr>
          <a:lstStyle/>
          <a:p>
            <a:r>
              <a:rPr lang="fr-FR" sz="2800" dirty="0"/>
              <a:t>EXPRIMER LES BESOINS</a:t>
            </a:r>
          </a:p>
        </p:txBody>
      </p:sp>
    </p:spTree>
    <p:extLst>
      <p:ext uri="{BB962C8B-B14F-4D97-AF65-F5344CB8AC3E}">
        <p14:creationId xmlns:p14="http://schemas.microsoft.com/office/powerpoint/2010/main" val="272989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3D826D-3430-3396-B3A9-43655C4E8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2. </a:t>
            </a:r>
            <a:r>
              <a:rPr lang="fr-FR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BESOINS DE PERSONNES POUR EFFECTUER DES PETITES BOULOT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7D7245-1663-8BCC-2C5C-687D66BD5E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38528" y="3163824"/>
            <a:ext cx="9132835" cy="2750257"/>
          </a:xfrm>
        </p:spPr>
        <p:txBody>
          <a:bodyPr/>
          <a:lstStyle/>
          <a:p>
            <a:r>
              <a:rPr lang="fr-FR" dirty="0"/>
              <a:t>TROUVER UNE PERSONNES DE CONFIANCE </a:t>
            </a:r>
          </a:p>
          <a:p>
            <a:r>
              <a:rPr lang="fr-FR" dirty="0"/>
              <a:t>EVALUER LA PERSONNE QUI A EFFECTUE LE TRAVAIL</a:t>
            </a:r>
          </a:p>
          <a:p>
            <a:r>
              <a:rPr lang="fr-FR" dirty="0"/>
              <a:t>PROPOSER LES SERVICE</a:t>
            </a:r>
          </a:p>
        </p:txBody>
      </p:sp>
    </p:spTree>
    <p:extLst>
      <p:ext uri="{BB962C8B-B14F-4D97-AF65-F5344CB8AC3E}">
        <p14:creationId xmlns:p14="http://schemas.microsoft.com/office/powerpoint/2010/main" val="1641240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EFBC7F-6CFE-7A42-0176-AB7EC1653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19" y="2359152"/>
            <a:ext cx="9144155" cy="1819656"/>
          </a:xfrm>
        </p:spPr>
        <p:txBody>
          <a:bodyPr/>
          <a:lstStyle/>
          <a:p>
            <a:r>
              <a:rPr lang="fr-FR" sz="2800"/>
              <a:t>IDENTIFIER LES UTILISATEURS</a:t>
            </a:r>
          </a:p>
        </p:txBody>
      </p:sp>
    </p:spTree>
    <p:extLst>
      <p:ext uri="{BB962C8B-B14F-4D97-AF65-F5344CB8AC3E}">
        <p14:creationId xmlns:p14="http://schemas.microsoft.com/office/powerpoint/2010/main" val="227501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8E76E8-EA3E-BD9D-FEBF-3D3A3C6AF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/>
              <a:t>2.LES UTULISATEUR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9DDAFA-FA15-CBFA-5BD9-6FCDFC33BD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1399032"/>
            <a:ext cx="10650739" cy="3975553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  <a:p>
            <a:r>
              <a:rPr lang="fr-FR" dirty="0"/>
              <a:t>Les Jeunes </a:t>
            </a:r>
          </a:p>
          <a:p>
            <a:r>
              <a:rPr lang="fr-FR" dirty="0"/>
              <a:t>Le  recruteur </a:t>
            </a:r>
          </a:p>
          <a:p>
            <a:r>
              <a:rPr lang="fr-FR" dirty="0"/>
              <a:t>Administrateur </a:t>
            </a:r>
          </a:p>
        </p:txBody>
      </p:sp>
    </p:spTree>
    <p:extLst>
      <p:ext uri="{BB962C8B-B14F-4D97-AF65-F5344CB8AC3E}">
        <p14:creationId xmlns:p14="http://schemas.microsoft.com/office/powerpoint/2010/main" val="329741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14CE90-3ECC-14EC-8342-1265AD9E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560" y="2743200"/>
            <a:ext cx="7745122" cy="2523744"/>
          </a:xfrm>
        </p:spPr>
        <p:txBody>
          <a:bodyPr>
            <a:normAutofit/>
          </a:bodyPr>
          <a:lstStyle/>
          <a:p>
            <a:r>
              <a:rPr lang="fr-FR" sz="3200" dirty="0"/>
              <a:t>Définir les fonctionnalités</a:t>
            </a:r>
          </a:p>
        </p:txBody>
      </p:sp>
    </p:spTree>
    <p:extLst>
      <p:ext uri="{BB962C8B-B14F-4D97-AF65-F5344CB8AC3E}">
        <p14:creationId xmlns:p14="http://schemas.microsoft.com/office/powerpoint/2010/main" val="2162270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C55EDE-3C1E-668B-B6C8-09E533ABD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/>
              <a:t>4. Les fonctionnalité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AFF143-82A7-3C0A-4816-70C8BD6E92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Inscription des jeunes</a:t>
            </a:r>
          </a:p>
          <a:p>
            <a:r>
              <a:rPr lang="fr-FR" dirty="0"/>
              <a:t>Création d’un compte avec ,non, photo ,numéro de téléphone ,commune</a:t>
            </a:r>
          </a:p>
          <a:p>
            <a:r>
              <a:rPr lang="fr-FR" dirty="0"/>
              <a:t>pièce d'identité ou une carte de séjour valable </a:t>
            </a:r>
          </a:p>
          <a:p>
            <a:r>
              <a:rPr lang="fr-FR" dirty="0"/>
              <a:t>Leur cordonnes banquière  de leur parent ou en soit même</a:t>
            </a:r>
          </a:p>
          <a:p>
            <a:r>
              <a:rPr lang="fr-FR" dirty="0"/>
              <a:t>le jeunes confirme qui la bien étais payes est le recruteur confirme  qui la bien payes</a:t>
            </a:r>
          </a:p>
        </p:txBody>
      </p:sp>
    </p:spTree>
    <p:extLst>
      <p:ext uri="{BB962C8B-B14F-4D97-AF65-F5344CB8AC3E}">
        <p14:creationId xmlns:p14="http://schemas.microsoft.com/office/powerpoint/2010/main" val="32234752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BBAAF-D735-BBD3-84ED-E450D43B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La valeur ajoutée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3E8BFE-CC4B-6E45-F5E6-F9457A0B53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56" y="3273552"/>
            <a:ext cx="10778755" cy="2302201"/>
          </a:xfrm>
        </p:spPr>
        <p:txBody>
          <a:bodyPr/>
          <a:lstStyle/>
          <a:p>
            <a:r>
              <a:rPr lang="fr-FR" dirty="0"/>
              <a:t>Facilité de trouver quelqu’un</a:t>
            </a:r>
          </a:p>
        </p:txBody>
      </p:sp>
    </p:spTree>
    <p:extLst>
      <p:ext uri="{BB962C8B-B14F-4D97-AF65-F5344CB8AC3E}">
        <p14:creationId xmlns:p14="http://schemas.microsoft.com/office/powerpoint/2010/main" val="1365671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7FEB623-D6A8-7998-E35A-7184DF2D2285}"/>
              </a:ext>
            </a:extLst>
          </p:cNvPr>
          <p:cNvSpPr txBox="1"/>
          <p:nvPr/>
        </p:nvSpPr>
        <p:spPr>
          <a:xfrm>
            <a:off x="5501577" y="323873"/>
            <a:ext cx="6766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Les Actions</a:t>
            </a:r>
            <a:endParaRPr lang="fr-YT" sz="2800" dirty="0"/>
          </a:p>
        </p:txBody>
      </p:sp>
    </p:spTree>
    <p:extLst>
      <p:ext uri="{BB962C8B-B14F-4D97-AF65-F5344CB8AC3E}">
        <p14:creationId xmlns:p14="http://schemas.microsoft.com/office/powerpoint/2010/main" val="1139302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26C446-AED6-13AD-F848-2E502EAD7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453" y="3126678"/>
            <a:ext cx="4780547" cy="1461364"/>
          </a:xfrm>
        </p:spPr>
        <p:txBody>
          <a:bodyPr>
            <a:normAutofit/>
          </a:bodyPr>
          <a:lstStyle/>
          <a:p>
            <a:r>
              <a:rPr lang="fr-FR" sz="3200" dirty="0"/>
              <a:t>CONCLUTION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9685F4C-EC2D-0BCB-5BB4-35E92F3DA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274" y="805126"/>
            <a:ext cx="5247747" cy="52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4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478</TotalTime>
  <Words>153</Words>
  <Application>Microsoft Office PowerPoint</Application>
  <PresentationFormat>Grand écran</PresentationFormat>
  <Paragraphs>30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Brin</vt:lpstr>
      <vt:lpstr>KAZI JEUNES 976 PLATFORME DE PETITE JOB ENTRE HABITANTS ET JEUNES A MAYOTTE</vt:lpstr>
      <vt:lpstr>Identification des problèmes</vt:lpstr>
      <vt:lpstr>1. Difficulté de trouves une personne de confiance a recruter pour un petit boulot</vt:lpstr>
      <vt:lpstr>EXPRIMER LES BESOINS</vt:lpstr>
      <vt:lpstr>2. BESOINS DE PERSONNES POUR EFFECTUER DES PETITES BOULOT</vt:lpstr>
      <vt:lpstr>IDENTIFIER LES UTILISATEURS</vt:lpstr>
      <vt:lpstr>2.LES UTULISATEUR</vt:lpstr>
      <vt:lpstr>Définir les fonctionnalités</vt:lpstr>
      <vt:lpstr>4. Les fonctionnalité</vt:lpstr>
      <vt:lpstr>5. La valeur ajoutée</vt:lpstr>
      <vt:lpstr>Présentation PowerPoint</vt:lpstr>
      <vt:lpstr>CONCLUTION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Aloe VERA</dc:creator>
  <cp:lastModifiedBy>Aloe VERA</cp:lastModifiedBy>
  <cp:revision>1</cp:revision>
  <dcterms:created xsi:type="dcterms:W3CDTF">2026-03-05T10:21:22Z</dcterms:created>
  <dcterms:modified xsi:type="dcterms:W3CDTF">2026-04-24T10:49:21Z</dcterms:modified>
</cp:coreProperties>
</file>