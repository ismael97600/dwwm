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01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24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8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18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18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313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53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95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37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53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885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2304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773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931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229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329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55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268BD-5700-40FA-9539-52ADA3F087C3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8A15A-E7C9-4B33-A664-5F10A8D46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84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DF14B450-C823-1E61-1C26-855658E8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88148"/>
            <a:ext cx="9564103" cy="811263"/>
          </a:xfrm>
        </p:spPr>
        <p:txBody>
          <a:bodyPr>
            <a:normAutofit/>
          </a:bodyPr>
          <a:lstStyle/>
          <a:p>
            <a:r>
              <a:rPr lang="fr-FR" dirty="0" err="1"/>
              <a:t>DevEloppeur</a:t>
            </a:r>
            <a:r>
              <a:rPr lang="fr-FR" dirty="0"/>
              <a:t> web/web </a:t>
            </a:r>
            <a:r>
              <a:rPr lang="fr-FR" dirty="0" err="1"/>
              <a:t>mobilE</a:t>
            </a: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BE6D6C0-05FA-37B8-4D63-3BC7B7593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930" y="2229231"/>
            <a:ext cx="5084989" cy="284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0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ADC25-AA34-F101-9957-8F6955B3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725" y="-2723399"/>
            <a:ext cx="10227705" cy="3590174"/>
          </a:xfrm>
        </p:spPr>
        <p:txBody>
          <a:bodyPr/>
          <a:lstStyle/>
          <a:p>
            <a:r>
              <a:rPr lang="fr-FR" dirty="0" err="1">
                <a:solidFill>
                  <a:srgbClr val="00B0F0"/>
                </a:solidFill>
              </a:rPr>
              <a:t>Regles</a:t>
            </a:r>
            <a:r>
              <a:rPr lang="fr-FR" dirty="0">
                <a:solidFill>
                  <a:srgbClr val="00B0F0"/>
                </a:solidFill>
              </a:rPr>
              <a:t> de fonctionnement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CD7A00-5343-1A0D-3725-3FC7126FB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2075" y="1819515"/>
            <a:ext cx="10321396" cy="2038110"/>
          </a:xfrm>
        </p:spPr>
        <p:txBody>
          <a:bodyPr>
            <a:normAutofit/>
          </a:bodyPr>
          <a:lstStyle/>
          <a:p>
            <a:r>
              <a:rPr lang="fr-FR" dirty="0"/>
              <a:t>.Ponctualité</a:t>
            </a:r>
          </a:p>
          <a:p>
            <a:r>
              <a:rPr lang="fr-FR" dirty="0"/>
              <a:t>.Respect et communication</a:t>
            </a:r>
          </a:p>
          <a:p>
            <a:r>
              <a:rPr lang="fr-FR" dirty="0"/>
              <a:t>.Engagement et travail personnel</a:t>
            </a:r>
          </a:p>
          <a:p>
            <a:r>
              <a:rPr lang="fr-FR" dirty="0"/>
              <a:t>.Entraide et esprit d’équipe</a:t>
            </a:r>
          </a:p>
          <a:p>
            <a:r>
              <a:rPr lang="fr-FR" dirty="0"/>
              <a:t>.Posture professionnelle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A5D846-71CA-D4EC-42E3-633140DBC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771" y="2076450"/>
            <a:ext cx="3861028" cy="216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29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100</TotalTime>
  <Words>27</Words>
  <Application>Microsoft Office PowerPoint</Application>
  <PresentationFormat>Grand écran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Traînée de condensation</vt:lpstr>
      <vt:lpstr>DevEloppeur web/web mobilE</vt:lpstr>
      <vt:lpstr>Regles de fonctionnement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2026-03-05T08:40:13Z</dcterms:created>
  <dcterms:modified xsi:type="dcterms:W3CDTF">2026-03-05T10:20:59Z</dcterms:modified>
</cp:coreProperties>
</file>